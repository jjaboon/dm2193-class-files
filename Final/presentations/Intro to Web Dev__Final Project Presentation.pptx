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Poppins"/>
      <p:regular r:id="rId21"/>
      <p:bold r:id="rId22"/>
      <p:italic r:id="rId23"/>
      <p:boldItalic r:id="rId24"/>
    </p:embeddedFont>
    <p:embeddedFont>
      <p:font typeface="Urbanist Medium"/>
      <p:regular r:id="rId25"/>
      <p:bold r:id="rId26"/>
      <p:italic r:id="rId27"/>
      <p:boldItalic r:id="rId28"/>
    </p:embeddedFont>
    <p:embeddedFont>
      <p:font typeface="Urbanist"/>
      <p:regular r:id="rId29"/>
      <p:bold r:id="rId30"/>
      <p:italic r:id="rId31"/>
      <p:boldItalic r:id="rId32"/>
    </p:embeddedFont>
    <p:embeddedFont>
      <p:font typeface="Poppins SemiBold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0249FE4-33AD-461F-BCBA-FCAE60FFAF41}">
  <a:tblStyle styleId="{80249FE4-33AD-461F-BCBA-FCAE60FFAF4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-italic.fntdata"/><Relationship Id="rId30" Type="http://schemas.openxmlformats.org/officeDocument/2006/relationships/font" Target="fonts/Urbanist-bold.fntdata"/><Relationship Id="rId33" Type="http://schemas.openxmlformats.org/officeDocument/2006/relationships/font" Target="fonts/PoppinsSemiBold-regular.fntdata"/><Relationship Id="rId32" Type="http://schemas.openxmlformats.org/officeDocument/2006/relationships/font" Target="fonts/Urbanist-boldItalic.fntdata"/><Relationship Id="rId35" Type="http://schemas.openxmlformats.org/officeDocument/2006/relationships/font" Target="fonts/PoppinsSemiBold-italic.fntdata"/><Relationship Id="rId34" Type="http://schemas.openxmlformats.org/officeDocument/2006/relationships/font" Target="fonts/PoppinsSemiBold-bold.fntdata"/><Relationship Id="rId36" Type="http://schemas.openxmlformats.org/officeDocument/2006/relationships/font" Target="fonts/PoppinsSemiBold-boldItalic.fntdata"/><Relationship Id="rId20" Type="http://schemas.openxmlformats.org/officeDocument/2006/relationships/slide" Target="slides/slide14.xml"/><Relationship Id="rId22" Type="http://schemas.openxmlformats.org/officeDocument/2006/relationships/font" Target="fonts/Poppins-bold.fntdata"/><Relationship Id="rId21" Type="http://schemas.openxmlformats.org/officeDocument/2006/relationships/font" Target="fonts/Poppins-regular.fntdata"/><Relationship Id="rId24" Type="http://schemas.openxmlformats.org/officeDocument/2006/relationships/font" Target="fonts/Poppins-boldItalic.fntdata"/><Relationship Id="rId23" Type="http://schemas.openxmlformats.org/officeDocument/2006/relationships/font" Target="fonts/Poppins-italic.fntdata"/><Relationship Id="rId26" Type="http://schemas.openxmlformats.org/officeDocument/2006/relationships/font" Target="fonts/UrbanistMedium-bold.fntdata"/><Relationship Id="rId25" Type="http://schemas.openxmlformats.org/officeDocument/2006/relationships/font" Target="fonts/UrbanistMedium-regular.fntdata"/><Relationship Id="rId28" Type="http://schemas.openxmlformats.org/officeDocument/2006/relationships/font" Target="fonts/UrbanistMedium-boldItalic.fntdata"/><Relationship Id="rId27" Type="http://schemas.openxmlformats.org/officeDocument/2006/relationships/font" Target="fonts/UrbanistMedium-italic.fntdata"/><Relationship Id="rId29" Type="http://schemas.openxmlformats.org/officeDocument/2006/relationships/font" Target="fonts/Urbanist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97342c7a2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97342c7a2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c957bf3831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c957bf3831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db0844cc26_0_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db0844cc26_0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db0844cc26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db0844cc26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db0844cc26_0_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3db0844cc26_0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db0844cc26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3db0844cc26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db0844cc26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3db0844cc26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db0844cc26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3db0844cc26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db0844cc26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3db0844cc26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db0844cc2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3db0844cc2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db0844cc26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3db0844cc26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9a6e5eefd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6" name="Google Shape;726;g39a6e5eefd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3db0844cc26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3db0844cc26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db0844cc2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8" name="Google Shape;738;g3db0844cc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1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3236625" y="837723"/>
            <a:ext cx="5622600" cy="2275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10" name="Google Shape;10;p2"/>
          <p:cNvSpPr/>
          <p:nvPr/>
        </p:nvSpPr>
        <p:spPr>
          <a:xfrm flipH="1">
            <a:off x="1350050" y="2493850"/>
            <a:ext cx="2836800" cy="2649600"/>
          </a:xfrm>
          <a:prstGeom prst="pie">
            <a:avLst>
              <a:gd fmla="val 21585343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" name="Google Shape;11;p2"/>
          <p:cNvSpPr/>
          <p:nvPr/>
        </p:nvSpPr>
        <p:spPr>
          <a:xfrm flipH="1" rot="5400000">
            <a:off x="58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2768400" cy="2699100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-100" y="2699025"/>
            <a:ext cx="1653900" cy="11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1653900" y="2701600"/>
            <a:ext cx="1114500" cy="1114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3236625" y="3183150"/>
            <a:ext cx="5430300" cy="63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6" name="Google Shape;16;p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1">
  <p:cSld name="BLANK_1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" name="Google Shape;19;p3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" name="Google Shape;20;p3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" name="Google Shape;21;p3"/>
          <p:cNvSpPr/>
          <p:nvPr/>
        </p:nvSpPr>
        <p:spPr>
          <a:xfrm flipH="1">
            <a:off x="284701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927633" y="474750"/>
            <a:ext cx="14634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" name="Google Shape;23;p3"/>
          <p:cNvSpPr/>
          <p:nvPr/>
        </p:nvSpPr>
        <p:spPr>
          <a:xfrm flipH="1">
            <a:off x="1322410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2309186" y="474990"/>
            <a:ext cx="13992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" name="Google Shape;25;p3"/>
          <p:cNvSpPr/>
          <p:nvPr/>
        </p:nvSpPr>
        <p:spPr>
          <a:xfrm flipH="1">
            <a:off x="2685553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" name="Google Shape;26;p3"/>
          <p:cNvSpPr txBox="1"/>
          <p:nvPr>
            <p:ph type="title"/>
          </p:nvPr>
        </p:nvSpPr>
        <p:spPr>
          <a:xfrm>
            <a:off x="3708375" y="1585475"/>
            <a:ext cx="5190300" cy="2031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27" name="Google Shape;27;p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" name="Google Shape;31;p4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" name="Google Shape;32;p4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idx="1" type="subTitle"/>
          </p:nvPr>
        </p:nvSpPr>
        <p:spPr>
          <a:xfrm>
            <a:off x="286975" y="1143000"/>
            <a:ext cx="4429800" cy="51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8" name="Google Shape;38;p5"/>
          <p:cNvSpPr txBox="1"/>
          <p:nvPr>
            <p:ph idx="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9" name="Google Shape;39;p5"/>
          <p:cNvSpPr txBox="1"/>
          <p:nvPr>
            <p:ph idx="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oadmap">
  <p:cSld name="BLANK_1_1_1_1_1_2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idx="1" type="subTitle"/>
          </p:nvPr>
        </p:nvSpPr>
        <p:spPr>
          <a:xfrm>
            <a:off x="271250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2" type="subTitle"/>
          </p:nvPr>
        </p:nvSpPr>
        <p:spPr>
          <a:xfrm>
            <a:off x="203059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3" type="subTitle"/>
          </p:nvPr>
        </p:nvSpPr>
        <p:spPr>
          <a:xfrm>
            <a:off x="379548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4" type="subTitle"/>
          </p:nvPr>
        </p:nvSpPr>
        <p:spPr>
          <a:xfrm>
            <a:off x="5556416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5" type="subTitle"/>
          </p:nvPr>
        </p:nvSpPr>
        <p:spPr>
          <a:xfrm>
            <a:off x="731813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6" type="body"/>
          </p:nvPr>
        </p:nvSpPr>
        <p:spPr>
          <a:xfrm>
            <a:off x="27125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8" name="Google Shape;48;p6"/>
          <p:cNvSpPr txBox="1"/>
          <p:nvPr>
            <p:ph idx="7" type="body"/>
          </p:nvPr>
        </p:nvSpPr>
        <p:spPr>
          <a:xfrm>
            <a:off x="2028213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9" name="Google Shape;49;p6"/>
          <p:cNvSpPr txBox="1"/>
          <p:nvPr>
            <p:ph idx="8" type="body"/>
          </p:nvPr>
        </p:nvSpPr>
        <p:spPr>
          <a:xfrm>
            <a:off x="3785175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0" name="Google Shape;50;p6"/>
          <p:cNvSpPr txBox="1"/>
          <p:nvPr>
            <p:ph idx="9" type="body"/>
          </p:nvPr>
        </p:nvSpPr>
        <p:spPr>
          <a:xfrm>
            <a:off x="5542138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1" name="Google Shape;51;p6"/>
          <p:cNvSpPr txBox="1"/>
          <p:nvPr>
            <p:ph idx="13" type="body"/>
          </p:nvPr>
        </p:nvSpPr>
        <p:spPr>
          <a:xfrm>
            <a:off x="729910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2" name="Google Shape;52;p6"/>
          <p:cNvSpPr txBox="1"/>
          <p:nvPr>
            <p:ph idx="14" type="subTitle"/>
          </p:nvPr>
        </p:nvSpPr>
        <p:spPr>
          <a:xfrm>
            <a:off x="271250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3" name="Google Shape;53;p6"/>
          <p:cNvSpPr txBox="1"/>
          <p:nvPr>
            <p:ph idx="15" type="subTitle"/>
          </p:nvPr>
        </p:nvSpPr>
        <p:spPr>
          <a:xfrm>
            <a:off x="2030598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4" name="Google Shape;54;p6"/>
          <p:cNvSpPr txBox="1"/>
          <p:nvPr>
            <p:ph idx="16" type="subTitle"/>
          </p:nvPr>
        </p:nvSpPr>
        <p:spPr>
          <a:xfrm>
            <a:off x="379548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5" name="Google Shape;55;p6"/>
          <p:cNvSpPr txBox="1"/>
          <p:nvPr>
            <p:ph idx="17" type="subTitle"/>
          </p:nvPr>
        </p:nvSpPr>
        <p:spPr>
          <a:xfrm>
            <a:off x="5556416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6" name="Google Shape;56;p6"/>
          <p:cNvSpPr txBox="1"/>
          <p:nvPr>
            <p:ph idx="18" type="subTitle"/>
          </p:nvPr>
        </p:nvSpPr>
        <p:spPr>
          <a:xfrm>
            <a:off x="731813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6"/>
          <p:cNvSpPr txBox="1"/>
          <p:nvPr>
            <p:ph idx="1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9" name="Google Shape;59;p6"/>
          <p:cNvSpPr txBox="1"/>
          <p:nvPr>
            <p:ph idx="20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0" name="Google Shape;60;p6"/>
          <p:cNvSpPr txBox="1"/>
          <p:nvPr>
            <p:ph idx="21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1" name="Google Shape;61;p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with Shape">
  <p:cSld name="BLANK_1_1_1_1_1_1_1_2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/>
          <p:nvPr/>
        </p:nvSpPr>
        <p:spPr>
          <a:xfrm>
            <a:off x="0" y="3859125"/>
            <a:ext cx="2004300" cy="1282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" name="Google Shape;64;p7"/>
          <p:cNvSpPr/>
          <p:nvPr/>
        </p:nvSpPr>
        <p:spPr>
          <a:xfrm flipH="1" rot="10800000">
            <a:off x="6571675" y="3851200"/>
            <a:ext cx="12708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5" name="Google Shape;65;p7"/>
          <p:cNvSpPr/>
          <p:nvPr/>
        </p:nvSpPr>
        <p:spPr>
          <a:xfrm flipH="1" rot="10800000">
            <a:off x="7217867" y="3851200"/>
            <a:ext cx="12825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6" name="Google Shape;66;p7"/>
          <p:cNvSpPr/>
          <p:nvPr/>
        </p:nvSpPr>
        <p:spPr>
          <a:xfrm rot="5400000">
            <a:off x="3193350" y="-1811400"/>
            <a:ext cx="2757600" cy="8574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" name="Google Shape;67;p7"/>
          <p:cNvSpPr txBox="1"/>
          <p:nvPr>
            <p:ph type="title"/>
          </p:nvPr>
        </p:nvSpPr>
        <p:spPr>
          <a:xfrm>
            <a:off x="283475" y="1096954"/>
            <a:ext cx="8575800" cy="27576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0" name="Google Shape;70;p7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 txBox="1"/>
          <p:nvPr>
            <p:ph idx="1" type="subTitle"/>
          </p:nvPr>
        </p:nvSpPr>
        <p:spPr>
          <a:xfrm>
            <a:off x="284700" y="2574275"/>
            <a:ext cx="4287300" cy="408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" name="Google Shape;74;p8"/>
          <p:cNvSpPr/>
          <p:nvPr/>
        </p:nvSpPr>
        <p:spPr>
          <a:xfrm flipH="1" rot="5400000">
            <a:off x="6571675" y="2571675"/>
            <a:ext cx="5143500" cy="5143500"/>
          </a:xfrm>
          <a:prstGeom prst="pie">
            <a:avLst>
              <a:gd fmla="val 21589913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5" name="Google Shape;75;p8"/>
          <p:cNvSpPr/>
          <p:nvPr/>
        </p:nvSpPr>
        <p:spPr>
          <a:xfrm flipH="1" rot="5400000">
            <a:off x="6571675" y="-8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" name="Google Shape;76;p8"/>
          <p:cNvSpPr txBox="1"/>
          <p:nvPr>
            <p:ph type="title"/>
          </p:nvPr>
        </p:nvSpPr>
        <p:spPr>
          <a:xfrm>
            <a:off x="284700" y="474750"/>
            <a:ext cx="5622600" cy="1794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77" name="Google Shape;77;p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2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"/>
          <p:cNvSpPr txBox="1"/>
          <p:nvPr>
            <p:ph idx="1" type="body"/>
          </p:nvPr>
        </p:nvSpPr>
        <p:spPr>
          <a:xfrm>
            <a:off x="37965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0" name="Google Shape;80;p9"/>
          <p:cNvSpPr txBox="1"/>
          <p:nvPr>
            <p:ph idx="2" type="body"/>
          </p:nvPr>
        </p:nvSpPr>
        <p:spPr>
          <a:xfrm>
            <a:off x="225527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1" name="Google Shape;81;p9"/>
          <p:cNvSpPr txBox="1"/>
          <p:nvPr>
            <p:ph idx="3" type="body"/>
          </p:nvPr>
        </p:nvSpPr>
        <p:spPr>
          <a:xfrm>
            <a:off x="413090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2" name="Google Shape;82;p9"/>
          <p:cNvSpPr txBox="1"/>
          <p:nvPr>
            <p:ph idx="4" type="body"/>
          </p:nvPr>
        </p:nvSpPr>
        <p:spPr>
          <a:xfrm>
            <a:off x="600652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3" name="Google Shape;83;p9"/>
          <p:cNvSpPr txBox="1"/>
          <p:nvPr>
            <p:ph type="title"/>
          </p:nvPr>
        </p:nvSpPr>
        <p:spPr>
          <a:xfrm>
            <a:off x="308784" y="1188147"/>
            <a:ext cx="7206000" cy="666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4" name="Google Shape;84;p9"/>
          <p:cNvSpPr txBox="1"/>
          <p:nvPr>
            <p:ph idx="5" type="subTitle"/>
          </p:nvPr>
        </p:nvSpPr>
        <p:spPr>
          <a:xfrm>
            <a:off x="308784" y="1922075"/>
            <a:ext cx="72060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" name="Google Shape;85;p9"/>
          <p:cNvSpPr txBox="1"/>
          <p:nvPr>
            <p:ph idx="6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6" name="Google Shape;86;p9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7" name="Google Shape;87;p9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" name="Google Shape;88;p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">
  <p:cSld name="BLANK_1_1_1_1_1_1_1_1_1_1_1_2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1" name="Google Shape;91;p10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3" name="Google Shape;93;p10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4" name="Google Shape;94;p10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5" name="Google Shape;95;p10"/>
          <p:cNvSpPr/>
          <p:nvPr>
            <p:ph idx="4" type="pic"/>
          </p:nvPr>
        </p:nvSpPr>
        <p:spPr>
          <a:xfrm>
            <a:off x="6364300" y="0"/>
            <a:ext cx="2779500" cy="38136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96" name="Google Shape;96;p10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97" name="Google Shape;97;p10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8" name="Google Shape;98;p1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2">
  <p:cSld name="BLANK_1_1_1_1_1_1_1_1_1_1_1_2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1" name="Google Shape;101;p11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" name="Google Shape;102;p11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3" name="Google Shape;103;p11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4" name="Google Shape;104;p11"/>
          <p:cNvSpPr/>
          <p:nvPr>
            <p:ph idx="2" type="pic"/>
          </p:nvPr>
        </p:nvSpPr>
        <p:spPr>
          <a:xfrm>
            <a:off x="6335600" y="1231675"/>
            <a:ext cx="2808600" cy="24987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05" name="Google Shape;105;p11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8" name="Google Shape;108;p11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9" name="Google Shape;109;p11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0" name="Google Shape;110;p1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3">
  <p:cSld name="BLANK_1_1_1_1_1_1_1_1_1_1_1_2_1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3" name="Google Shape;113;p12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grpSp>
        <p:nvGrpSpPr>
          <p:cNvPr id="114" name="Google Shape;114;p12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115" name="Google Shape;115;p12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16" name="Google Shape;116;p12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17" name="Google Shape;117;p12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18" name="Google Shape;118;p12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9" name="Google Shape;119;p12"/>
          <p:cNvSpPr/>
          <p:nvPr>
            <p:ph idx="4" type="pic"/>
          </p:nvPr>
        </p:nvSpPr>
        <p:spPr>
          <a:xfrm rot="10800000">
            <a:off x="6324525" y="0"/>
            <a:ext cx="2819400" cy="37158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20" name="Google Shape;120;p12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21" name="Google Shape;121;p12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22" name="Google Shape;122;p1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4">
  <p:cSld name="BLANK_1_1_1_1_1_1_1_1_1_1_1_2_1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5" name="Google Shape;125;p13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6" name="Google Shape;126;p13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3"/>
          <p:cNvSpPr/>
          <p:nvPr>
            <p:ph idx="2" type="pic"/>
          </p:nvPr>
        </p:nvSpPr>
        <p:spPr>
          <a:xfrm>
            <a:off x="6355775" y="1418625"/>
            <a:ext cx="2788200" cy="37251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28" name="Google Shape;128;p13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29" name="Google Shape;129;p13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30" name="Google Shape;130;p13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1" name="Google Shape;131;p13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2" name="Google Shape;132;p13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3" name="Google Shape;133;p1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5">
  <p:cSld name="CUSTOM_7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6" name="Google Shape;136;p14"/>
          <p:cNvSpPr/>
          <p:nvPr/>
        </p:nvSpPr>
        <p:spPr>
          <a:xfrm flipH="1" rot="10800000">
            <a:off x="7069375" y="3760875"/>
            <a:ext cx="13596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7" name="Google Shape;137;p14"/>
          <p:cNvSpPr/>
          <p:nvPr/>
        </p:nvSpPr>
        <p:spPr>
          <a:xfrm flipH="1" rot="10800000">
            <a:off x="7760700" y="3760875"/>
            <a:ext cx="13722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9" name="Google Shape;139;p14"/>
          <p:cNvSpPr/>
          <p:nvPr>
            <p:ph idx="2" type="pic"/>
          </p:nvPr>
        </p:nvSpPr>
        <p:spPr>
          <a:xfrm rot="10800000">
            <a:off x="6364225" y="0"/>
            <a:ext cx="2784600" cy="37758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40" name="Google Shape;140;p14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41" name="Google Shape;141;p14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42" name="Google Shape;142;p14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3" name="Google Shape;143;p14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4" name="Google Shape;144;p1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6">
  <p:cSld name="CUSTOM_8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7" name="Google Shape;147;p15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8" name="Google Shape;148;p15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9" name="Google Shape;149;p15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0" name="Google Shape;150;p15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51" name="Google Shape;151;p15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52" name="Google Shape;152;p15"/>
          <p:cNvSpPr txBox="1"/>
          <p:nvPr>
            <p:ph idx="4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53" name="Google Shape;153;p15"/>
          <p:cNvSpPr/>
          <p:nvPr/>
        </p:nvSpPr>
        <p:spPr>
          <a:xfrm>
            <a:off x="6375075" y="10125"/>
            <a:ext cx="2757600" cy="37944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4" name="Google Shape;154;p15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5" name="Google Shape;155;p1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7">
  <p:cSld name="CUSTOM_8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8" name="Google Shape;158;p16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0" name="Google Shape;160;p16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61" name="Google Shape;161;p16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62" name="Google Shape;162;p16"/>
          <p:cNvSpPr txBox="1"/>
          <p:nvPr>
            <p:ph idx="2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3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64" name="Google Shape;164;p16"/>
          <p:cNvSpPr txBox="1"/>
          <p:nvPr>
            <p:ph idx="4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65" name="Google Shape;165;p16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6" name="Google Shape;166;p16"/>
          <p:cNvSpPr/>
          <p:nvPr/>
        </p:nvSpPr>
        <p:spPr>
          <a:xfrm>
            <a:off x="6345359" y="1240774"/>
            <a:ext cx="2801400" cy="24798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8">
  <p:cSld name="CUSTOM_8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0" name="Google Shape;170;p1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1" name="Google Shape;171;p17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72" name="Google Shape;172;p17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173" name="Google Shape;173;p17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74" name="Google Shape;174;p17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75" name="Google Shape;175;p17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76" name="Google Shape;176;p17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79" name="Google Shape;179;p1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9">
  <p:cSld name="CUSTOM_8_1_1_1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2" name="Google Shape;182;p18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3" name="Google Shape;183;p18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4" name="Google Shape;184;p18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5" name="Google Shape;185;p18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6" name="Google Shape;186;p18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88" name="Google Shape;188;p18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89" name="Google Shape;189;p18"/>
          <p:cNvSpPr/>
          <p:nvPr/>
        </p:nvSpPr>
        <p:spPr>
          <a:xfrm>
            <a:off x="6366275" y="1427825"/>
            <a:ext cx="2768100" cy="3705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0">
  <p:cSld name="CUSTOM_8_1_1_1_1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3" name="Google Shape;193;p19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4" name="Google Shape;194;p19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5" name="Google Shape;195;p19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6" name="Google Shape;196;p19"/>
          <p:cNvSpPr/>
          <p:nvPr/>
        </p:nvSpPr>
        <p:spPr>
          <a:xfrm flipH="1" rot="10800000">
            <a:off x="7069375" y="3773775"/>
            <a:ext cx="13596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7" name="Google Shape;197;p19"/>
          <p:cNvSpPr/>
          <p:nvPr/>
        </p:nvSpPr>
        <p:spPr>
          <a:xfrm flipH="1" rot="10800000">
            <a:off x="7760700" y="3773775"/>
            <a:ext cx="13722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9" name="Google Shape;199;p19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00" name="Google Shape;200;p19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1" name="Google Shape;201;p19"/>
          <p:cNvSpPr/>
          <p:nvPr/>
        </p:nvSpPr>
        <p:spPr>
          <a:xfrm rot="10800000">
            <a:off x="6377600" y="8800"/>
            <a:ext cx="2758800" cy="37542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_1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 txBox="1"/>
          <p:nvPr>
            <p:ph idx="1" type="subTitle"/>
          </p:nvPr>
        </p:nvSpPr>
        <p:spPr>
          <a:xfrm>
            <a:off x="3389025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5" name="Google Shape;205;p20"/>
          <p:cNvSpPr/>
          <p:nvPr/>
        </p:nvSpPr>
        <p:spPr>
          <a:xfrm flipH="1">
            <a:off x="1350000" y="2442900"/>
            <a:ext cx="2849100" cy="2700600"/>
          </a:xfrm>
          <a:prstGeom prst="pie">
            <a:avLst>
              <a:gd fmla="val 21586474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6" name="Google Shape;206;p20"/>
          <p:cNvSpPr/>
          <p:nvPr/>
        </p:nvSpPr>
        <p:spPr>
          <a:xfrm flipH="1" rot="5400000">
            <a:off x="-6000" y="3795800"/>
            <a:ext cx="2712600" cy="2700600"/>
          </a:xfrm>
          <a:prstGeom prst="pie">
            <a:avLst>
              <a:gd fmla="val 2531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7" name="Google Shape;207;p20"/>
          <p:cNvSpPr/>
          <p:nvPr/>
        </p:nvSpPr>
        <p:spPr>
          <a:xfrm flipH="1" rot="5400000">
            <a:off x="-125" y="2402250"/>
            <a:ext cx="2775600" cy="27756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8" name="Google Shape;208;p20"/>
          <p:cNvSpPr txBox="1"/>
          <p:nvPr>
            <p:ph idx="2" type="subTitle"/>
          </p:nvPr>
        </p:nvSpPr>
        <p:spPr>
          <a:xfrm>
            <a:off x="3389025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idx="3" type="subTitle"/>
          </p:nvPr>
        </p:nvSpPr>
        <p:spPr>
          <a:xfrm>
            <a:off x="3389025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0" name="Google Shape;210;p20"/>
          <p:cNvSpPr txBox="1"/>
          <p:nvPr>
            <p:ph idx="4" type="subTitle"/>
          </p:nvPr>
        </p:nvSpPr>
        <p:spPr>
          <a:xfrm>
            <a:off x="6335550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1" name="Google Shape;211;p20"/>
          <p:cNvSpPr txBox="1"/>
          <p:nvPr>
            <p:ph idx="5" type="subTitle"/>
          </p:nvPr>
        </p:nvSpPr>
        <p:spPr>
          <a:xfrm>
            <a:off x="6335550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2" name="Google Shape;212;p20"/>
          <p:cNvSpPr txBox="1"/>
          <p:nvPr>
            <p:ph idx="6" type="subTitle"/>
          </p:nvPr>
        </p:nvSpPr>
        <p:spPr>
          <a:xfrm>
            <a:off x="6335550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3" name="Google Shape;213;p20"/>
          <p:cNvSpPr txBox="1"/>
          <p:nvPr>
            <p:ph type="title"/>
          </p:nvPr>
        </p:nvSpPr>
        <p:spPr>
          <a:xfrm>
            <a:off x="284700" y="286200"/>
            <a:ext cx="2860800" cy="1732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14" name="Google Shape;214;p20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5" name="Google Shape;215;p20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6" name="Google Shape;216;p20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7" name="Google Shape;217;p2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1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/>
          <p:nvPr/>
        </p:nvSpPr>
        <p:spPr>
          <a:xfrm rot="-5400000">
            <a:off x="-2575150" y="-150"/>
            <a:ext cx="5143800" cy="5143500"/>
          </a:xfrm>
          <a:prstGeom prst="pie">
            <a:avLst>
              <a:gd fmla="val 3746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0" name="Google Shape;220;p21"/>
          <p:cNvSpPr/>
          <p:nvPr/>
        </p:nvSpPr>
        <p:spPr>
          <a:xfrm rot="5400000">
            <a:off x="-3261" y="1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21"/>
          <p:cNvSpPr txBox="1"/>
          <p:nvPr>
            <p:ph idx="1" type="subTitle"/>
          </p:nvPr>
        </p:nvSpPr>
        <p:spPr>
          <a:xfrm>
            <a:off x="3236625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2" name="Google Shape;222;p21"/>
          <p:cNvSpPr txBox="1"/>
          <p:nvPr>
            <p:ph idx="2" type="subTitle"/>
          </p:nvPr>
        </p:nvSpPr>
        <p:spPr>
          <a:xfrm>
            <a:off x="3236625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3" name="Google Shape;223;p21"/>
          <p:cNvSpPr txBox="1"/>
          <p:nvPr>
            <p:ph idx="3" type="subTitle"/>
          </p:nvPr>
        </p:nvSpPr>
        <p:spPr>
          <a:xfrm>
            <a:off x="3236625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4" name="Google Shape;224;p21"/>
          <p:cNvSpPr txBox="1"/>
          <p:nvPr>
            <p:ph idx="4" type="subTitle"/>
          </p:nvPr>
        </p:nvSpPr>
        <p:spPr>
          <a:xfrm>
            <a:off x="6183150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5" name="Google Shape;225;p21"/>
          <p:cNvSpPr txBox="1"/>
          <p:nvPr>
            <p:ph idx="5" type="subTitle"/>
          </p:nvPr>
        </p:nvSpPr>
        <p:spPr>
          <a:xfrm>
            <a:off x="6183150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6" name="Google Shape;226;p21"/>
          <p:cNvSpPr txBox="1"/>
          <p:nvPr>
            <p:ph idx="6" type="subTitle"/>
          </p:nvPr>
        </p:nvSpPr>
        <p:spPr>
          <a:xfrm>
            <a:off x="6183150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7" name="Google Shape;227;p21"/>
          <p:cNvSpPr txBox="1"/>
          <p:nvPr>
            <p:ph type="title"/>
          </p:nvPr>
        </p:nvSpPr>
        <p:spPr>
          <a:xfrm>
            <a:off x="3235425" y="474750"/>
            <a:ext cx="2860800" cy="1315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28" name="Google Shape;228;p21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29" name="Google Shape;229;p21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0" name="Google Shape;230;p2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1_1_1_1_2_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"/>
          <p:cNvSpPr txBox="1"/>
          <p:nvPr>
            <p:ph idx="1" type="subTitle"/>
          </p:nvPr>
        </p:nvSpPr>
        <p:spPr>
          <a:xfrm>
            <a:off x="5537976" y="1421821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3" name="Google Shape;233;p22"/>
          <p:cNvSpPr txBox="1"/>
          <p:nvPr>
            <p:ph idx="2" type="subTitle"/>
          </p:nvPr>
        </p:nvSpPr>
        <p:spPr>
          <a:xfrm>
            <a:off x="5537976" y="1658233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4" name="Google Shape;234;p22"/>
          <p:cNvSpPr txBox="1"/>
          <p:nvPr>
            <p:ph idx="3" type="subTitle"/>
          </p:nvPr>
        </p:nvSpPr>
        <p:spPr>
          <a:xfrm>
            <a:off x="5537976" y="2185603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5" name="Google Shape;235;p22"/>
          <p:cNvSpPr txBox="1"/>
          <p:nvPr>
            <p:ph idx="4" type="subTitle"/>
          </p:nvPr>
        </p:nvSpPr>
        <p:spPr>
          <a:xfrm>
            <a:off x="5537976" y="2421696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6" name="Google Shape;236;p22"/>
          <p:cNvSpPr txBox="1"/>
          <p:nvPr>
            <p:ph idx="5" type="subTitle"/>
          </p:nvPr>
        </p:nvSpPr>
        <p:spPr>
          <a:xfrm>
            <a:off x="5537976" y="2954416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7" name="Google Shape;237;p22"/>
          <p:cNvSpPr txBox="1"/>
          <p:nvPr>
            <p:ph idx="6" type="subTitle"/>
          </p:nvPr>
        </p:nvSpPr>
        <p:spPr>
          <a:xfrm>
            <a:off x="5537976" y="3190509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8" name="Google Shape;238;p22"/>
          <p:cNvSpPr txBox="1"/>
          <p:nvPr>
            <p:ph idx="7" type="subTitle"/>
          </p:nvPr>
        </p:nvSpPr>
        <p:spPr>
          <a:xfrm>
            <a:off x="5537976" y="3717879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9" name="Google Shape;239;p22"/>
          <p:cNvSpPr txBox="1"/>
          <p:nvPr>
            <p:ph idx="8" type="subTitle"/>
          </p:nvPr>
        </p:nvSpPr>
        <p:spPr>
          <a:xfrm>
            <a:off x="5537976" y="3953971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40" name="Google Shape;240;p22"/>
          <p:cNvSpPr/>
          <p:nvPr/>
        </p:nvSpPr>
        <p:spPr>
          <a:xfrm rot="-5400000">
            <a:off x="-1276000" y="1266039"/>
            <a:ext cx="2537400" cy="25374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1" name="Google Shape;241;p22"/>
          <p:cNvSpPr/>
          <p:nvPr/>
        </p:nvSpPr>
        <p:spPr>
          <a:xfrm rot="-5400000">
            <a:off x="-5951" y="2536242"/>
            <a:ext cx="1267200" cy="126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3244" y="3803442"/>
            <a:ext cx="1340100" cy="1340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22"/>
          <p:cNvSpPr txBox="1"/>
          <p:nvPr>
            <p:ph type="title"/>
          </p:nvPr>
        </p:nvSpPr>
        <p:spPr>
          <a:xfrm>
            <a:off x="1582800" y="1485525"/>
            <a:ext cx="29892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4" name="Google Shape;244;p22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5" name="Google Shape;245;p22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6" name="Google Shape;246;p22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7" name="Google Shape;247;p2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CUSTOM_4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/>
          <p:cNvSpPr/>
          <p:nvPr>
            <p:ph idx="2" type="pic"/>
          </p:nvPr>
        </p:nvSpPr>
        <p:spPr>
          <a:xfrm>
            <a:off x="4162550" y="81605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0" name="Google Shape;250;p23"/>
          <p:cNvSpPr/>
          <p:nvPr>
            <p:ph idx="3" type="pic"/>
          </p:nvPr>
        </p:nvSpPr>
        <p:spPr>
          <a:xfrm>
            <a:off x="5788675" y="81605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1" name="Google Shape;251;p23"/>
          <p:cNvSpPr/>
          <p:nvPr>
            <p:ph idx="4" type="pic"/>
          </p:nvPr>
        </p:nvSpPr>
        <p:spPr>
          <a:xfrm>
            <a:off x="7414800" y="81605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252" name="Google Shape;252;p23"/>
          <p:cNvSpPr/>
          <p:nvPr>
            <p:ph idx="5" type="pic"/>
          </p:nvPr>
        </p:nvSpPr>
        <p:spPr>
          <a:xfrm>
            <a:off x="2536475" y="289740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3" name="Google Shape;253;p23"/>
          <p:cNvSpPr/>
          <p:nvPr>
            <p:ph idx="6" type="pic"/>
          </p:nvPr>
        </p:nvSpPr>
        <p:spPr>
          <a:xfrm>
            <a:off x="4162600" y="289740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4" name="Google Shape;254;p23"/>
          <p:cNvSpPr/>
          <p:nvPr>
            <p:ph idx="7" type="pic"/>
          </p:nvPr>
        </p:nvSpPr>
        <p:spPr>
          <a:xfrm>
            <a:off x="5788725" y="289740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255" name="Google Shape;255;p23"/>
          <p:cNvSpPr txBox="1"/>
          <p:nvPr>
            <p:ph idx="1" type="subTitle"/>
          </p:nvPr>
        </p:nvSpPr>
        <p:spPr>
          <a:xfrm>
            <a:off x="416275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6" name="Google Shape;256;p23"/>
          <p:cNvSpPr txBox="1"/>
          <p:nvPr>
            <p:ph idx="8" type="subTitle"/>
          </p:nvPr>
        </p:nvSpPr>
        <p:spPr>
          <a:xfrm>
            <a:off x="416275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7" name="Google Shape;257;p23"/>
          <p:cNvSpPr txBox="1"/>
          <p:nvPr>
            <p:ph idx="9" type="subTitle"/>
          </p:nvPr>
        </p:nvSpPr>
        <p:spPr>
          <a:xfrm>
            <a:off x="25366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8" name="Google Shape;258;p23"/>
          <p:cNvSpPr txBox="1"/>
          <p:nvPr>
            <p:ph idx="13" type="subTitle"/>
          </p:nvPr>
        </p:nvSpPr>
        <p:spPr>
          <a:xfrm>
            <a:off x="25366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9" name="Google Shape;259;p23"/>
          <p:cNvSpPr txBox="1"/>
          <p:nvPr>
            <p:ph idx="14" type="subTitle"/>
          </p:nvPr>
        </p:nvSpPr>
        <p:spPr>
          <a:xfrm>
            <a:off x="5788775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0" name="Google Shape;260;p23"/>
          <p:cNvSpPr txBox="1"/>
          <p:nvPr>
            <p:ph idx="15" type="subTitle"/>
          </p:nvPr>
        </p:nvSpPr>
        <p:spPr>
          <a:xfrm>
            <a:off x="5788775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1" name="Google Shape;261;p23"/>
          <p:cNvSpPr txBox="1"/>
          <p:nvPr>
            <p:ph idx="16" type="subTitle"/>
          </p:nvPr>
        </p:nvSpPr>
        <p:spPr>
          <a:xfrm>
            <a:off x="741480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2" name="Google Shape;262;p23"/>
          <p:cNvSpPr txBox="1"/>
          <p:nvPr>
            <p:ph idx="17" type="subTitle"/>
          </p:nvPr>
        </p:nvSpPr>
        <p:spPr>
          <a:xfrm>
            <a:off x="741480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3" name="Google Shape;263;p23"/>
          <p:cNvSpPr txBox="1"/>
          <p:nvPr>
            <p:ph idx="18" type="subTitle"/>
          </p:nvPr>
        </p:nvSpPr>
        <p:spPr>
          <a:xfrm>
            <a:off x="416267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4" name="Google Shape;264;p23"/>
          <p:cNvSpPr txBox="1"/>
          <p:nvPr>
            <p:ph idx="19" type="subTitle"/>
          </p:nvPr>
        </p:nvSpPr>
        <p:spPr>
          <a:xfrm>
            <a:off x="416267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5" name="Google Shape;265;p23"/>
          <p:cNvSpPr txBox="1"/>
          <p:nvPr>
            <p:ph idx="20" type="subTitle"/>
          </p:nvPr>
        </p:nvSpPr>
        <p:spPr>
          <a:xfrm>
            <a:off x="57887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6" name="Google Shape;266;p23"/>
          <p:cNvSpPr txBox="1"/>
          <p:nvPr>
            <p:ph idx="21" type="subTitle"/>
          </p:nvPr>
        </p:nvSpPr>
        <p:spPr>
          <a:xfrm>
            <a:off x="57887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7" name="Google Shape;267;p23"/>
          <p:cNvSpPr txBox="1"/>
          <p:nvPr>
            <p:ph type="title"/>
          </p:nvPr>
        </p:nvSpPr>
        <p:spPr>
          <a:xfrm>
            <a:off x="284700" y="573428"/>
            <a:ext cx="3877800" cy="190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9pPr>
          </a:lstStyle>
          <a:p/>
        </p:txBody>
      </p:sp>
      <p:sp>
        <p:nvSpPr>
          <p:cNvPr id="268" name="Google Shape;268;p23"/>
          <p:cNvSpPr txBox="1"/>
          <p:nvPr>
            <p:ph idx="2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69" name="Google Shape;269;p23"/>
          <p:cNvSpPr txBox="1"/>
          <p:nvPr>
            <p:ph idx="2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70" name="Google Shape;270;p23"/>
          <p:cNvSpPr txBox="1"/>
          <p:nvPr>
            <p:ph idx="2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1" name="Google Shape;271;p2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- Alt 1">
  <p:cSld name="CUSTOM_4_1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4"/>
          <p:cNvSpPr/>
          <p:nvPr>
            <p:ph idx="2" type="pic"/>
          </p:nvPr>
        </p:nvSpPr>
        <p:spPr>
          <a:xfrm>
            <a:off x="2847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4" name="Google Shape;274;p24"/>
          <p:cNvSpPr/>
          <p:nvPr>
            <p:ph idx="3" type="pic"/>
          </p:nvPr>
        </p:nvSpPr>
        <p:spPr>
          <a:xfrm>
            <a:off x="21636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5" name="Google Shape;275;p24"/>
          <p:cNvSpPr/>
          <p:nvPr>
            <p:ph idx="4" type="pic"/>
          </p:nvPr>
        </p:nvSpPr>
        <p:spPr>
          <a:xfrm>
            <a:off x="40870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6" name="Google Shape;276;p24"/>
          <p:cNvSpPr/>
          <p:nvPr>
            <p:ph idx="5" type="pic"/>
          </p:nvPr>
        </p:nvSpPr>
        <p:spPr>
          <a:xfrm>
            <a:off x="59604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7" name="Google Shape;277;p24"/>
          <p:cNvSpPr txBox="1"/>
          <p:nvPr>
            <p:ph idx="1" type="subTitle"/>
          </p:nvPr>
        </p:nvSpPr>
        <p:spPr>
          <a:xfrm>
            <a:off x="2834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8" name="Google Shape;278;p24"/>
          <p:cNvSpPr txBox="1"/>
          <p:nvPr>
            <p:ph idx="6" type="subTitle"/>
          </p:nvPr>
        </p:nvSpPr>
        <p:spPr>
          <a:xfrm>
            <a:off x="21629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9" name="Google Shape;279;p24"/>
          <p:cNvSpPr txBox="1"/>
          <p:nvPr>
            <p:ph idx="7" type="subTitle"/>
          </p:nvPr>
        </p:nvSpPr>
        <p:spPr>
          <a:xfrm>
            <a:off x="40863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0" name="Google Shape;280;p24"/>
          <p:cNvSpPr txBox="1"/>
          <p:nvPr>
            <p:ph idx="8" type="subTitle"/>
          </p:nvPr>
        </p:nvSpPr>
        <p:spPr>
          <a:xfrm>
            <a:off x="59604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1" name="Google Shape;281;p24"/>
          <p:cNvSpPr txBox="1"/>
          <p:nvPr>
            <p:ph idx="9" type="body"/>
          </p:nvPr>
        </p:nvSpPr>
        <p:spPr>
          <a:xfrm>
            <a:off x="28535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2" name="Google Shape;282;p24"/>
          <p:cNvSpPr txBox="1"/>
          <p:nvPr>
            <p:ph idx="13" type="body"/>
          </p:nvPr>
        </p:nvSpPr>
        <p:spPr>
          <a:xfrm>
            <a:off x="216297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3" name="Google Shape;283;p24"/>
          <p:cNvSpPr txBox="1"/>
          <p:nvPr>
            <p:ph idx="14" type="body"/>
          </p:nvPr>
        </p:nvSpPr>
        <p:spPr>
          <a:xfrm>
            <a:off x="408700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4" name="Google Shape;284;p24"/>
          <p:cNvSpPr txBox="1"/>
          <p:nvPr>
            <p:ph idx="15" type="body"/>
          </p:nvPr>
        </p:nvSpPr>
        <p:spPr>
          <a:xfrm>
            <a:off x="596042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5" name="Google Shape;285;p24"/>
          <p:cNvSpPr txBox="1"/>
          <p:nvPr>
            <p:ph idx="16" type="subTitle"/>
          </p:nvPr>
        </p:nvSpPr>
        <p:spPr>
          <a:xfrm>
            <a:off x="2834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6" name="Google Shape;286;p24"/>
          <p:cNvSpPr txBox="1"/>
          <p:nvPr>
            <p:ph idx="17" type="subTitle"/>
          </p:nvPr>
        </p:nvSpPr>
        <p:spPr>
          <a:xfrm>
            <a:off x="21629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7" name="Google Shape;287;p24"/>
          <p:cNvSpPr txBox="1"/>
          <p:nvPr>
            <p:ph idx="18" type="subTitle"/>
          </p:nvPr>
        </p:nvSpPr>
        <p:spPr>
          <a:xfrm>
            <a:off x="40863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8" name="Google Shape;288;p24"/>
          <p:cNvSpPr txBox="1"/>
          <p:nvPr>
            <p:ph idx="19" type="subTitle"/>
          </p:nvPr>
        </p:nvSpPr>
        <p:spPr>
          <a:xfrm>
            <a:off x="59604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9" name="Google Shape;289;p24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90" name="Google Shape;290;p24"/>
          <p:cNvSpPr txBox="1"/>
          <p:nvPr>
            <p:ph idx="20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1" name="Google Shape;291;p24"/>
          <p:cNvSpPr txBox="1"/>
          <p:nvPr>
            <p:ph idx="21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2" name="Google Shape;292;p24"/>
          <p:cNvSpPr txBox="1"/>
          <p:nvPr>
            <p:ph idx="22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3" name="Google Shape;293;p2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">
  <p:cSld name="CUSTOM_5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5"/>
          <p:cNvSpPr/>
          <p:nvPr>
            <p:ph idx="2" type="pic"/>
          </p:nvPr>
        </p:nvSpPr>
        <p:spPr>
          <a:xfrm>
            <a:off x="4698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6" name="Google Shape;296;p25"/>
          <p:cNvSpPr/>
          <p:nvPr>
            <p:ph idx="3" type="pic"/>
          </p:nvPr>
        </p:nvSpPr>
        <p:spPr>
          <a:xfrm>
            <a:off x="8884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7" name="Google Shape;297;p25"/>
          <p:cNvSpPr/>
          <p:nvPr>
            <p:ph idx="4" type="pic"/>
          </p:nvPr>
        </p:nvSpPr>
        <p:spPr>
          <a:xfrm>
            <a:off x="130702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8" name="Google Shape;298;p25"/>
          <p:cNvSpPr/>
          <p:nvPr>
            <p:ph idx="5" type="pic"/>
          </p:nvPr>
        </p:nvSpPr>
        <p:spPr>
          <a:xfrm>
            <a:off x="4698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9" name="Google Shape;299;p25"/>
          <p:cNvSpPr/>
          <p:nvPr>
            <p:ph idx="6" type="pic"/>
          </p:nvPr>
        </p:nvSpPr>
        <p:spPr>
          <a:xfrm>
            <a:off x="8884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0" name="Google Shape;300;p25"/>
          <p:cNvSpPr/>
          <p:nvPr>
            <p:ph idx="7" type="pic"/>
          </p:nvPr>
        </p:nvSpPr>
        <p:spPr>
          <a:xfrm>
            <a:off x="130702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1" name="Google Shape;301;p25"/>
          <p:cNvSpPr/>
          <p:nvPr>
            <p:ph idx="8" type="pic"/>
          </p:nvPr>
        </p:nvSpPr>
        <p:spPr>
          <a:xfrm>
            <a:off x="333070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2" name="Google Shape;302;p25"/>
          <p:cNvSpPr/>
          <p:nvPr>
            <p:ph idx="9" type="pic"/>
          </p:nvPr>
        </p:nvSpPr>
        <p:spPr>
          <a:xfrm>
            <a:off x="37492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3" name="Google Shape;303;p25"/>
          <p:cNvSpPr/>
          <p:nvPr>
            <p:ph idx="13" type="pic"/>
          </p:nvPr>
        </p:nvSpPr>
        <p:spPr>
          <a:xfrm>
            <a:off x="41678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4" name="Google Shape;304;p25"/>
          <p:cNvSpPr/>
          <p:nvPr>
            <p:ph idx="14" type="pic"/>
          </p:nvPr>
        </p:nvSpPr>
        <p:spPr>
          <a:xfrm>
            <a:off x="333070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5" name="Google Shape;305;p25"/>
          <p:cNvSpPr/>
          <p:nvPr>
            <p:ph idx="15" type="pic"/>
          </p:nvPr>
        </p:nvSpPr>
        <p:spPr>
          <a:xfrm>
            <a:off x="37492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6" name="Google Shape;306;p25"/>
          <p:cNvSpPr/>
          <p:nvPr>
            <p:ph idx="16" type="pic"/>
          </p:nvPr>
        </p:nvSpPr>
        <p:spPr>
          <a:xfrm>
            <a:off x="41678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7" name="Google Shape;307;p25"/>
          <p:cNvSpPr/>
          <p:nvPr>
            <p:ph idx="17" type="pic"/>
          </p:nvPr>
        </p:nvSpPr>
        <p:spPr>
          <a:xfrm>
            <a:off x="4698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8" name="Google Shape;308;p25"/>
          <p:cNvSpPr/>
          <p:nvPr>
            <p:ph idx="18" type="pic"/>
          </p:nvPr>
        </p:nvSpPr>
        <p:spPr>
          <a:xfrm>
            <a:off x="8884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9" name="Google Shape;309;p25"/>
          <p:cNvSpPr/>
          <p:nvPr>
            <p:ph idx="19" type="pic"/>
          </p:nvPr>
        </p:nvSpPr>
        <p:spPr>
          <a:xfrm>
            <a:off x="130702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0" name="Google Shape;310;p25"/>
          <p:cNvSpPr/>
          <p:nvPr>
            <p:ph idx="20" type="pic"/>
          </p:nvPr>
        </p:nvSpPr>
        <p:spPr>
          <a:xfrm>
            <a:off x="4698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1" name="Google Shape;311;p25"/>
          <p:cNvSpPr/>
          <p:nvPr>
            <p:ph idx="21" type="pic"/>
          </p:nvPr>
        </p:nvSpPr>
        <p:spPr>
          <a:xfrm>
            <a:off x="8884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2" name="Google Shape;312;p25"/>
          <p:cNvSpPr/>
          <p:nvPr>
            <p:ph idx="22" type="pic"/>
          </p:nvPr>
        </p:nvSpPr>
        <p:spPr>
          <a:xfrm>
            <a:off x="130702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3" name="Google Shape;313;p25"/>
          <p:cNvSpPr/>
          <p:nvPr>
            <p:ph idx="23" type="pic"/>
          </p:nvPr>
        </p:nvSpPr>
        <p:spPr>
          <a:xfrm>
            <a:off x="333070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4" name="Google Shape;314;p25"/>
          <p:cNvSpPr/>
          <p:nvPr>
            <p:ph idx="24" type="pic"/>
          </p:nvPr>
        </p:nvSpPr>
        <p:spPr>
          <a:xfrm>
            <a:off x="37492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5" name="Google Shape;315;p25"/>
          <p:cNvSpPr/>
          <p:nvPr>
            <p:ph idx="25" type="pic"/>
          </p:nvPr>
        </p:nvSpPr>
        <p:spPr>
          <a:xfrm>
            <a:off x="41678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6" name="Google Shape;316;p25"/>
          <p:cNvSpPr/>
          <p:nvPr>
            <p:ph idx="26" type="pic"/>
          </p:nvPr>
        </p:nvSpPr>
        <p:spPr>
          <a:xfrm>
            <a:off x="333070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7" name="Google Shape;317;p25"/>
          <p:cNvSpPr/>
          <p:nvPr>
            <p:ph idx="27" type="pic"/>
          </p:nvPr>
        </p:nvSpPr>
        <p:spPr>
          <a:xfrm>
            <a:off x="37492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8" name="Google Shape;318;p25"/>
          <p:cNvSpPr/>
          <p:nvPr>
            <p:ph idx="28" type="pic"/>
          </p:nvPr>
        </p:nvSpPr>
        <p:spPr>
          <a:xfrm>
            <a:off x="41678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9" name="Google Shape;319;p25"/>
          <p:cNvSpPr txBox="1"/>
          <p:nvPr>
            <p:ph type="title"/>
          </p:nvPr>
        </p:nvSpPr>
        <p:spPr>
          <a:xfrm>
            <a:off x="469875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0" name="Google Shape;320;p25"/>
          <p:cNvSpPr txBox="1"/>
          <p:nvPr>
            <p:ph idx="29" type="title"/>
          </p:nvPr>
        </p:nvSpPr>
        <p:spPr>
          <a:xfrm>
            <a:off x="469875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1" name="Google Shape;321;p25"/>
          <p:cNvSpPr txBox="1"/>
          <p:nvPr>
            <p:ph idx="30" type="title"/>
          </p:nvPr>
        </p:nvSpPr>
        <p:spPr>
          <a:xfrm>
            <a:off x="3330700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2" name="Google Shape;322;p25"/>
          <p:cNvSpPr txBox="1"/>
          <p:nvPr>
            <p:ph idx="31" type="title"/>
          </p:nvPr>
        </p:nvSpPr>
        <p:spPr>
          <a:xfrm>
            <a:off x="3330700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3" name="Google Shape;323;p25"/>
          <p:cNvSpPr txBox="1"/>
          <p:nvPr>
            <p:ph idx="32"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24" name="Google Shape;324;p2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5" name="Google Shape;325;p25"/>
          <p:cNvSpPr txBox="1"/>
          <p:nvPr>
            <p:ph idx="3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6" name="Google Shape;326;p25"/>
          <p:cNvSpPr txBox="1"/>
          <p:nvPr>
            <p:ph idx="3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7" name="Google Shape;327;p2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1">
  <p:cSld name="CUSTOM_6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170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0" name="Google Shape;330;p26"/>
          <p:cNvSpPr/>
          <p:nvPr>
            <p:ph idx="2" type="pic"/>
          </p:nvPr>
        </p:nvSpPr>
        <p:spPr>
          <a:xfrm>
            <a:off x="170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1" name="Google Shape;331;p26"/>
          <p:cNvSpPr txBox="1"/>
          <p:nvPr>
            <p:ph idx="1" type="subTitle"/>
          </p:nvPr>
        </p:nvSpPr>
        <p:spPr>
          <a:xfrm>
            <a:off x="42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2" name="Google Shape;332;p26"/>
          <p:cNvSpPr txBox="1"/>
          <p:nvPr>
            <p:ph idx="3" type="subTitle"/>
          </p:nvPr>
        </p:nvSpPr>
        <p:spPr>
          <a:xfrm>
            <a:off x="42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33" name="Google Shape;333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4206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4" name="Google Shape;334;p26"/>
          <p:cNvSpPr/>
          <p:nvPr>
            <p:ph idx="4" type="pic"/>
          </p:nvPr>
        </p:nvSpPr>
        <p:spPr>
          <a:xfrm>
            <a:off x="4206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5" name="Google Shape;335;p26"/>
          <p:cNvSpPr txBox="1"/>
          <p:nvPr>
            <p:ph idx="5" type="subTitle"/>
          </p:nvPr>
        </p:nvSpPr>
        <p:spPr>
          <a:xfrm>
            <a:off x="2930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6" name="Google Shape;336;p26"/>
          <p:cNvSpPr txBox="1"/>
          <p:nvPr>
            <p:ph idx="6" type="subTitle"/>
          </p:nvPr>
        </p:nvSpPr>
        <p:spPr>
          <a:xfrm>
            <a:off x="2930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37" name="Google Shape;337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671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8" name="Google Shape;338;p26"/>
          <p:cNvSpPr/>
          <p:nvPr>
            <p:ph idx="7" type="pic"/>
          </p:nvPr>
        </p:nvSpPr>
        <p:spPr>
          <a:xfrm>
            <a:off x="671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9" name="Google Shape;339;p26"/>
          <p:cNvSpPr txBox="1"/>
          <p:nvPr>
            <p:ph idx="8" type="subTitle"/>
          </p:nvPr>
        </p:nvSpPr>
        <p:spPr>
          <a:xfrm>
            <a:off x="543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0" name="Google Shape;340;p26"/>
          <p:cNvSpPr txBox="1"/>
          <p:nvPr>
            <p:ph idx="9" type="subTitle"/>
          </p:nvPr>
        </p:nvSpPr>
        <p:spPr>
          <a:xfrm>
            <a:off x="543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1" name="Google Shape;341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170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42" name="Google Shape;342;p26"/>
          <p:cNvSpPr/>
          <p:nvPr>
            <p:ph idx="13" type="pic"/>
          </p:nvPr>
        </p:nvSpPr>
        <p:spPr>
          <a:xfrm>
            <a:off x="170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3" name="Google Shape;343;p26"/>
          <p:cNvSpPr txBox="1"/>
          <p:nvPr>
            <p:ph idx="14" type="subTitle"/>
          </p:nvPr>
        </p:nvSpPr>
        <p:spPr>
          <a:xfrm>
            <a:off x="42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4" name="Google Shape;344;p26"/>
          <p:cNvSpPr txBox="1"/>
          <p:nvPr>
            <p:ph idx="15" type="subTitle"/>
          </p:nvPr>
        </p:nvSpPr>
        <p:spPr>
          <a:xfrm>
            <a:off x="42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5" name="Google Shape;345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4206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46" name="Google Shape;346;p26"/>
          <p:cNvSpPr/>
          <p:nvPr>
            <p:ph idx="16" type="pic"/>
          </p:nvPr>
        </p:nvSpPr>
        <p:spPr>
          <a:xfrm>
            <a:off x="4206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7" name="Google Shape;347;p26"/>
          <p:cNvSpPr txBox="1"/>
          <p:nvPr>
            <p:ph idx="17" type="subTitle"/>
          </p:nvPr>
        </p:nvSpPr>
        <p:spPr>
          <a:xfrm>
            <a:off x="2930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8" name="Google Shape;348;p26"/>
          <p:cNvSpPr txBox="1"/>
          <p:nvPr>
            <p:ph idx="18" type="subTitle"/>
          </p:nvPr>
        </p:nvSpPr>
        <p:spPr>
          <a:xfrm>
            <a:off x="2930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9" name="Google Shape;349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671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0" name="Google Shape;350;p26"/>
          <p:cNvSpPr/>
          <p:nvPr>
            <p:ph idx="19" type="pic"/>
          </p:nvPr>
        </p:nvSpPr>
        <p:spPr>
          <a:xfrm>
            <a:off x="671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1" name="Google Shape;351;p26"/>
          <p:cNvSpPr txBox="1"/>
          <p:nvPr>
            <p:ph idx="20" type="subTitle"/>
          </p:nvPr>
        </p:nvSpPr>
        <p:spPr>
          <a:xfrm>
            <a:off x="543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52" name="Google Shape;352;p26"/>
          <p:cNvSpPr txBox="1"/>
          <p:nvPr>
            <p:ph idx="21" type="subTitle"/>
          </p:nvPr>
        </p:nvSpPr>
        <p:spPr>
          <a:xfrm>
            <a:off x="543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53" name="Google Shape;353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1701300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4" name="Google Shape;354;p26"/>
          <p:cNvSpPr/>
          <p:nvPr>
            <p:ph idx="22" type="pic"/>
          </p:nvPr>
        </p:nvSpPr>
        <p:spPr>
          <a:xfrm>
            <a:off x="1701300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5" name="Google Shape;355;p26"/>
          <p:cNvSpPr txBox="1"/>
          <p:nvPr>
            <p:ph idx="23" type="subTitle"/>
          </p:nvPr>
        </p:nvSpPr>
        <p:spPr>
          <a:xfrm>
            <a:off x="425050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56" name="Google Shape;356;p26"/>
          <p:cNvSpPr txBox="1"/>
          <p:nvPr>
            <p:ph idx="24" type="subTitle"/>
          </p:nvPr>
        </p:nvSpPr>
        <p:spPr>
          <a:xfrm>
            <a:off x="425050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57" name="Google Shape;357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4214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8" name="Google Shape;358;p26"/>
          <p:cNvSpPr/>
          <p:nvPr>
            <p:ph idx="25" type="pic"/>
          </p:nvPr>
        </p:nvSpPr>
        <p:spPr>
          <a:xfrm>
            <a:off x="4214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9" name="Google Shape;359;p26"/>
          <p:cNvSpPr txBox="1"/>
          <p:nvPr>
            <p:ph idx="26" type="subTitle"/>
          </p:nvPr>
        </p:nvSpPr>
        <p:spPr>
          <a:xfrm>
            <a:off x="2937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0" name="Google Shape;360;p26"/>
          <p:cNvSpPr txBox="1"/>
          <p:nvPr>
            <p:ph idx="27" type="subTitle"/>
          </p:nvPr>
        </p:nvSpPr>
        <p:spPr>
          <a:xfrm>
            <a:off x="2937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61" name="Google Shape;361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6719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62" name="Google Shape;362;p26"/>
          <p:cNvSpPr/>
          <p:nvPr>
            <p:ph idx="28" type="pic"/>
          </p:nvPr>
        </p:nvSpPr>
        <p:spPr>
          <a:xfrm>
            <a:off x="6719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3" name="Google Shape;363;p26"/>
          <p:cNvSpPr txBox="1"/>
          <p:nvPr>
            <p:ph idx="29" type="subTitle"/>
          </p:nvPr>
        </p:nvSpPr>
        <p:spPr>
          <a:xfrm>
            <a:off x="5442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4" name="Google Shape;364;p26"/>
          <p:cNvSpPr txBox="1"/>
          <p:nvPr>
            <p:ph idx="30" type="subTitle"/>
          </p:nvPr>
        </p:nvSpPr>
        <p:spPr>
          <a:xfrm>
            <a:off x="5442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5" name="Google Shape;365;p2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6" name="Google Shape;366;p26"/>
          <p:cNvSpPr txBox="1"/>
          <p:nvPr>
            <p:ph idx="3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7" name="Google Shape;367;p26"/>
          <p:cNvSpPr txBox="1"/>
          <p:nvPr>
            <p:ph idx="3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8" name="Google Shape;368;p26"/>
          <p:cNvSpPr txBox="1"/>
          <p:nvPr>
            <p:ph idx="3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9" name="Google Shape;369;p2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2">
  <p:cSld name="CUSTOM_6_1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7"/>
          <p:cNvSpPr txBox="1"/>
          <p:nvPr>
            <p:ph idx="1" type="subTitle"/>
          </p:nvPr>
        </p:nvSpPr>
        <p:spPr>
          <a:xfrm>
            <a:off x="284700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2" name="Google Shape;372;p27"/>
          <p:cNvSpPr txBox="1"/>
          <p:nvPr>
            <p:ph idx="2" type="subTitle"/>
          </p:nvPr>
        </p:nvSpPr>
        <p:spPr>
          <a:xfrm>
            <a:off x="3375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3" name="Google Shape;373;p27"/>
          <p:cNvSpPr txBox="1"/>
          <p:nvPr>
            <p:ph idx="3" type="subTitle"/>
          </p:nvPr>
        </p:nvSpPr>
        <p:spPr>
          <a:xfrm>
            <a:off x="6350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4" name="Google Shape;374;p27"/>
          <p:cNvSpPr/>
          <p:nvPr>
            <p:ph idx="4" type="pic"/>
          </p:nvPr>
        </p:nvSpPr>
        <p:spPr>
          <a:xfrm>
            <a:off x="1811447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5" name="Google Shape;375;p27"/>
          <p:cNvSpPr txBox="1"/>
          <p:nvPr>
            <p:ph idx="5" type="subTitle"/>
          </p:nvPr>
        </p:nvSpPr>
        <p:spPr>
          <a:xfrm>
            <a:off x="535197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6" name="Google Shape;376;p27"/>
          <p:cNvSpPr txBox="1"/>
          <p:nvPr>
            <p:ph idx="6" type="subTitle"/>
          </p:nvPr>
        </p:nvSpPr>
        <p:spPr>
          <a:xfrm>
            <a:off x="535197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7" name="Google Shape;377;p27"/>
          <p:cNvSpPr/>
          <p:nvPr>
            <p:ph idx="7" type="pic"/>
          </p:nvPr>
        </p:nvSpPr>
        <p:spPr>
          <a:xfrm>
            <a:off x="1811447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8" name="Google Shape;378;p27"/>
          <p:cNvSpPr txBox="1"/>
          <p:nvPr>
            <p:ph idx="8" type="subTitle"/>
          </p:nvPr>
        </p:nvSpPr>
        <p:spPr>
          <a:xfrm>
            <a:off x="535197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9" name="Google Shape;379;p27"/>
          <p:cNvSpPr txBox="1"/>
          <p:nvPr>
            <p:ph idx="9" type="subTitle"/>
          </p:nvPr>
        </p:nvSpPr>
        <p:spPr>
          <a:xfrm>
            <a:off x="535197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0" name="Google Shape;380;p27"/>
          <p:cNvSpPr/>
          <p:nvPr>
            <p:ph idx="13" type="pic"/>
          </p:nvPr>
        </p:nvSpPr>
        <p:spPr>
          <a:xfrm>
            <a:off x="1811447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1" name="Google Shape;381;p27"/>
          <p:cNvSpPr txBox="1"/>
          <p:nvPr>
            <p:ph idx="14" type="subTitle"/>
          </p:nvPr>
        </p:nvSpPr>
        <p:spPr>
          <a:xfrm>
            <a:off x="535197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2" name="Google Shape;382;p27"/>
          <p:cNvSpPr txBox="1"/>
          <p:nvPr>
            <p:ph idx="15" type="subTitle"/>
          </p:nvPr>
        </p:nvSpPr>
        <p:spPr>
          <a:xfrm>
            <a:off x="535197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3" name="Google Shape;383;p27"/>
          <p:cNvSpPr/>
          <p:nvPr>
            <p:ph idx="16" type="pic"/>
          </p:nvPr>
        </p:nvSpPr>
        <p:spPr>
          <a:xfrm>
            <a:off x="4913135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4" name="Google Shape;384;p27"/>
          <p:cNvSpPr txBox="1"/>
          <p:nvPr>
            <p:ph idx="17" type="subTitle"/>
          </p:nvPr>
        </p:nvSpPr>
        <p:spPr>
          <a:xfrm>
            <a:off x="3636885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5" name="Google Shape;385;p27"/>
          <p:cNvSpPr txBox="1"/>
          <p:nvPr>
            <p:ph idx="18" type="subTitle"/>
          </p:nvPr>
        </p:nvSpPr>
        <p:spPr>
          <a:xfrm>
            <a:off x="3636885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6" name="Google Shape;386;p27"/>
          <p:cNvSpPr/>
          <p:nvPr>
            <p:ph idx="19" type="pic"/>
          </p:nvPr>
        </p:nvSpPr>
        <p:spPr>
          <a:xfrm>
            <a:off x="4913135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7" name="Google Shape;387;p27"/>
          <p:cNvSpPr txBox="1"/>
          <p:nvPr>
            <p:ph idx="20" type="subTitle"/>
          </p:nvPr>
        </p:nvSpPr>
        <p:spPr>
          <a:xfrm>
            <a:off x="3636885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8" name="Google Shape;388;p27"/>
          <p:cNvSpPr txBox="1"/>
          <p:nvPr>
            <p:ph idx="21" type="subTitle"/>
          </p:nvPr>
        </p:nvSpPr>
        <p:spPr>
          <a:xfrm>
            <a:off x="3636885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9" name="Google Shape;389;p27"/>
          <p:cNvSpPr/>
          <p:nvPr>
            <p:ph idx="22" type="pic"/>
          </p:nvPr>
        </p:nvSpPr>
        <p:spPr>
          <a:xfrm>
            <a:off x="4913135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0" name="Google Shape;390;p27"/>
          <p:cNvSpPr txBox="1"/>
          <p:nvPr>
            <p:ph idx="23" type="subTitle"/>
          </p:nvPr>
        </p:nvSpPr>
        <p:spPr>
          <a:xfrm>
            <a:off x="3636885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1" name="Google Shape;391;p27"/>
          <p:cNvSpPr txBox="1"/>
          <p:nvPr>
            <p:ph idx="24" type="subTitle"/>
          </p:nvPr>
        </p:nvSpPr>
        <p:spPr>
          <a:xfrm>
            <a:off x="3636885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2" name="Google Shape;392;p27"/>
          <p:cNvSpPr/>
          <p:nvPr>
            <p:ph idx="25" type="pic"/>
          </p:nvPr>
        </p:nvSpPr>
        <p:spPr>
          <a:xfrm>
            <a:off x="7877122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3" name="Google Shape;393;p27"/>
          <p:cNvSpPr txBox="1"/>
          <p:nvPr>
            <p:ph idx="26" type="subTitle"/>
          </p:nvPr>
        </p:nvSpPr>
        <p:spPr>
          <a:xfrm>
            <a:off x="6600872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4" name="Google Shape;394;p27"/>
          <p:cNvSpPr txBox="1"/>
          <p:nvPr>
            <p:ph idx="27" type="subTitle"/>
          </p:nvPr>
        </p:nvSpPr>
        <p:spPr>
          <a:xfrm>
            <a:off x="6600872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5" name="Google Shape;395;p27"/>
          <p:cNvSpPr/>
          <p:nvPr>
            <p:ph idx="28" type="pic"/>
          </p:nvPr>
        </p:nvSpPr>
        <p:spPr>
          <a:xfrm>
            <a:off x="7877122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6" name="Google Shape;396;p27"/>
          <p:cNvSpPr txBox="1"/>
          <p:nvPr>
            <p:ph idx="29" type="subTitle"/>
          </p:nvPr>
        </p:nvSpPr>
        <p:spPr>
          <a:xfrm>
            <a:off x="6600872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7" name="Google Shape;397;p27"/>
          <p:cNvSpPr txBox="1"/>
          <p:nvPr>
            <p:ph idx="30" type="subTitle"/>
          </p:nvPr>
        </p:nvSpPr>
        <p:spPr>
          <a:xfrm>
            <a:off x="6600872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8" name="Google Shape;398;p27"/>
          <p:cNvSpPr/>
          <p:nvPr>
            <p:ph idx="31" type="pic"/>
          </p:nvPr>
        </p:nvSpPr>
        <p:spPr>
          <a:xfrm>
            <a:off x="7877122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9" name="Google Shape;399;p27"/>
          <p:cNvSpPr txBox="1"/>
          <p:nvPr>
            <p:ph idx="32" type="subTitle"/>
          </p:nvPr>
        </p:nvSpPr>
        <p:spPr>
          <a:xfrm>
            <a:off x="6600872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0" name="Google Shape;400;p27"/>
          <p:cNvSpPr txBox="1"/>
          <p:nvPr>
            <p:ph idx="33" type="subTitle"/>
          </p:nvPr>
        </p:nvSpPr>
        <p:spPr>
          <a:xfrm>
            <a:off x="6600872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01" name="Google Shape;401;p27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2" name="Google Shape;402;p27"/>
          <p:cNvSpPr txBox="1"/>
          <p:nvPr>
            <p:ph idx="3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3" name="Google Shape;403;p27"/>
          <p:cNvSpPr txBox="1"/>
          <p:nvPr>
            <p:ph idx="3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4" name="Google Shape;404;p27"/>
          <p:cNvSpPr txBox="1"/>
          <p:nvPr>
            <p:ph idx="3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5" name="Google Shape;405;p2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title only">
  <p:cSld name="TITLE_1_1_4_2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8"/>
          <p:cNvSpPr txBox="1"/>
          <p:nvPr>
            <p:ph type="title"/>
          </p:nvPr>
        </p:nvSpPr>
        <p:spPr>
          <a:xfrm>
            <a:off x="283475" y="300013"/>
            <a:ext cx="4382400" cy="4338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08" name="Google Shape;408;p28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9" name="Google Shape;409;p28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0" name="Google Shape;410;p28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1" name="Google Shape;411;p2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objectives">
  <p:cSld name="TITLE_1_1_4_1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9"/>
          <p:cNvSpPr txBox="1"/>
          <p:nvPr>
            <p:ph idx="1" type="subTitle"/>
          </p:nvPr>
        </p:nvSpPr>
        <p:spPr>
          <a:xfrm>
            <a:off x="284700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4" name="Google Shape;414;p29"/>
          <p:cNvSpPr txBox="1"/>
          <p:nvPr>
            <p:ph idx="2" type="subTitle"/>
          </p:nvPr>
        </p:nvSpPr>
        <p:spPr>
          <a:xfrm>
            <a:off x="284700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5" name="Google Shape;415;p29"/>
          <p:cNvSpPr txBox="1"/>
          <p:nvPr>
            <p:ph idx="3" type="subTitle"/>
          </p:nvPr>
        </p:nvSpPr>
        <p:spPr>
          <a:xfrm>
            <a:off x="2709924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6" name="Google Shape;416;p29"/>
          <p:cNvSpPr txBox="1"/>
          <p:nvPr>
            <p:ph idx="4" type="subTitle"/>
          </p:nvPr>
        </p:nvSpPr>
        <p:spPr>
          <a:xfrm>
            <a:off x="2709924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7" name="Google Shape;417;p29"/>
          <p:cNvSpPr txBox="1"/>
          <p:nvPr>
            <p:ph idx="5" type="subTitle"/>
          </p:nvPr>
        </p:nvSpPr>
        <p:spPr>
          <a:xfrm>
            <a:off x="5135149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8" name="Google Shape;418;p29"/>
          <p:cNvSpPr txBox="1"/>
          <p:nvPr>
            <p:ph idx="6" type="subTitle"/>
          </p:nvPr>
        </p:nvSpPr>
        <p:spPr>
          <a:xfrm>
            <a:off x="5135149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9" name="Google Shape;419;p29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0" name="Google Shape;420;p29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1" name="Google Shape;421;p29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2" name="Google Shape;422;p29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3" name="Google Shape;423;p2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learnings">
  <p:cSld name="CUSTOM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0"/>
          <p:cNvSpPr/>
          <p:nvPr/>
        </p:nvSpPr>
        <p:spPr>
          <a:xfrm flipH="1" rot="5400000">
            <a:off x="5052850" y="1254650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6" name="Google Shape;426;p30"/>
          <p:cNvSpPr/>
          <p:nvPr/>
        </p:nvSpPr>
        <p:spPr>
          <a:xfrm flipH="1">
            <a:off x="25" y="2692075"/>
            <a:ext cx="1709400" cy="16257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7" name="Google Shape;427;p30"/>
          <p:cNvSpPr/>
          <p:nvPr/>
        </p:nvSpPr>
        <p:spPr>
          <a:xfrm flipH="1" rot="5400000">
            <a:off x="851875" y="3504787"/>
            <a:ext cx="1625700" cy="16203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8" name="Google Shape;428;p30"/>
          <p:cNvSpPr/>
          <p:nvPr/>
        </p:nvSpPr>
        <p:spPr>
          <a:xfrm flipH="1" rot="-5400000">
            <a:off x="-125" y="3483026"/>
            <a:ext cx="1665300" cy="16653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9" name="Google Shape;429;p30"/>
          <p:cNvSpPr/>
          <p:nvPr/>
        </p:nvSpPr>
        <p:spPr>
          <a:xfrm flipH="1" rot="5400000">
            <a:off x="5052850" y="2554039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0" name="Google Shape;430;p30"/>
          <p:cNvSpPr/>
          <p:nvPr/>
        </p:nvSpPr>
        <p:spPr>
          <a:xfrm flipH="1" rot="5400000">
            <a:off x="5052850" y="3858733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1" name="Google Shape;431;p30"/>
          <p:cNvSpPr txBox="1"/>
          <p:nvPr>
            <p:ph type="title"/>
          </p:nvPr>
        </p:nvSpPr>
        <p:spPr>
          <a:xfrm>
            <a:off x="283475" y="1790498"/>
            <a:ext cx="3162600" cy="9051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2" name="Google Shape;432;p30"/>
          <p:cNvSpPr txBox="1"/>
          <p:nvPr>
            <p:ph idx="1" type="subTitle"/>
          </p:nvPr>
        </p:nvSpPr>
        <p:spPr>
          <a:xfrm>
            <a:off x="5052850" y="703626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3" name="Google Shape;433;p30"/>
          <p:cNvSpPr txBox="1"/>
          <p:nvPr>
            <p:ph idx="2" type="subTitle"/>
          </p:nvPr>
        </p:nvSpPr>
        <p:spPr>
          <a:xfrm>
            <a:off x="5052850" y="1447600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3" type="subTitle"/>
          </p:nvPr>
        </p:nvSpPr>
        <p:spPr>
          <a:xfrm>
            <a:off x="5052850" y="2006687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4" type="subTitle"/>
          </p:nvPr>
        </p:nvSpPr>
        <p:spPr>
          <a:xfrm>
            <a:off x="5052850" y="2750664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6" name="Google Shape;436;p30"/>
          <p:cNvSpPr txBox="1"/>
          <p:nvPr>
            <p:ph idx="5" type="subTitle"/>
          </p:nvPr>
        </p:nvSpPr>
        <p:spPr>
          <a:xfrm>
            <a:off x="5052850" y="3310695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7" name="Google Shape;437;p30"/>
          <p:cNvSpPr txBox="1"/>
          <p:nvPr>
            <p:ph idx="6" type="subTitle"/>
          </p:nvPr>
        </p:nvSpPr>
        <p:spPr>
          <a:xfrm>
            <a:off x="5052850" y="4054675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8" name="Google Shape;438;p30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39" name="Google Shape;439;p30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40" name="Google Shape;440;p30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1" name="Google Shape;441;p3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2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>
            <p:ph type="title"/>
          </p:nvPr>
        </p:nvSpPr>
        <p:spPr>
          <a:xfrm>
            <a:off x="4665825" y="1253625"/>
            <a:ext cx="4193400" cy="306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44" name="Google Shape;444;p31"/>
          <p:cNvSpPr txBox="1"/>
          <p:nvPr>
            <p:ph idx="1" type="body"/>
          </p:nvPr>
        </p:nvSpPr>
        <p:spPr>
          <a:xfrm>
            <a:off x="2534564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idx="2" type="body"/>
          </p:nvPr>
        </p:nvSpPr>
        <p:spPr>
          <a:xfrm>
            <a:off x="283925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6" name="Google Shape;446;p31"/>
          <p:cNvSpPr txBox="1"/>
          <p:nvPr>
            <p:ph idx="3" type="body"/>
          </p:nvPr>
        </p:nvSpPr>
        <p:spPr>
          <a:xfrm>
            <a:off x="4785202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4" type="body"/>
          </p:nvPr>
        </p:nvSpPr>
        <p:spPr>
          <a:xfrm>
            <a:off x="7035841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idx="5" type="body"/>
          </p:nvPr>
        </p:nvSpPr>
        <p:spPr>
          <a:xfrm>
            <a:off x="283925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49" name="Google Shape;449;p31"/>
          <p:cNvSpPr txBox="1"/>
          <p:nvPr>
            <p:ph idx="6" type="body"/>
          </p:nvPr>
        </p:nvSpPr>
        <p:spPr>
          <a:xfrm>
            <a:off x="2534564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0" name="Google Shape;450;p31"/>
          <p:cNvSpPr txBox="1"/>
          <p:nvPr>
            <p:ph idx="7" type="body"/>
          </p:nvPr>
        </p:nvSpPr>
        <p:spPr>
          <a:xfrm>
            <a:off x="4785202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1" name="Google Shape;451;p31"/>
          <p:cNvSpPr txBox="1"/>
          <p:nvPr>
            <p:ph idx="8" type="body"/>
          </p:nvPr>
        </p:nvSpPr>
        <p:spPr>
          <a:xfrm>
            <a:off x="7035841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2" name="Google Shape;452;p31"/>
          <p:cNvSpPr/>
          <p:nvPr/>
        </p:nvSpPr>
        <p:spPr>
          <a:xfrm flipH="1" rot="10800000">
            <a:off x="-10739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3" name="Google Shape;453;p31"/>
          <p:cNvSpPr/>
          <p:nvPr/>
        </p:nvSpPr>
        <p:spPr>
          <a:xfrm flipH="1" rot="10800000">
            <a:off x="-34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4" name="Google Shape;454;p31"/>
          <p:cNvSpPr/>
          <p:nvPr/>
        </p:nvSpPr>
        <p:spPr>
          <a:xfrm flipH="1" rot="10800000">
            <a:off x="10723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5" name="Google Shape;455;p31"/>
          <p:cNvSpPr/>
          <p:nvPr/>
        </p:nvSpPr>
        <p:spPr>
          <a:xfrm flipH="1" rot="10800000">
            <a:off x="2149393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6" name="Google Shape;456;p31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7" name="Google Shape;457;p31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8" name="Google Shape;458;p31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9" name="Google Shape;459;p3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 &amp; QA">
  <p:cSld name="CUSTOM_3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2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2" name="Google Shape;462;p32"/>
          <p:cNvSpPr txBox="1"/>
          <p:nvPr>
            <p:ph idx="1" type="subTitle"/>
          </p:nvPr>
        </p:nvSpPr>
        <p:spPr>
          <a:xfrm>
            <a:off x="284700" y="3566350"/>
            <a:ext cx="4557300" cy="1227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3" name="Google Shape;463;p32"/>
          <p:cNvSpPr/>
          <p:nvPr/>
        </p:nvSpPr>
        <p:spPr>
          <a:xfrm>
            <a:off x="3890550" y="-1634700"/>
            <a:ext cx="3509100" cy="3267600"/>
          </a:xfrm>
          <a:prstGeom prst="pie">
            <a:avLst>
              <a:gd fmla="val 0" name="adj1"/>
              <a:gd fmla="val 5401683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4" name="Google Shape;464;p32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5409954" name="adj1"/>
              <a:gd fmla="val 1080318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5" name="Google Shape;465;p32"/>
          <p:cNvSpPr/>
          <p:nvPr/>
        </p:nvSpPr>
        <p:spPr>
          <a:xfrm rot="-5400000">
            <a:off x="5639256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6" name="Google Shape;466;p32"/>
          <p:cNvSpPr/>
          <p:nvPr/>
        </p:nvSpPr>
        <p:spPr>
          <a:xfrm>
            <a:off x="5640000" y="-1634700"/>
            <a:ext cx="3509100" cy="3267600"/>
          </a:xfrm>
          <a:prstGeom prst="pie">
            <a:avLst>
              <a:gd fmla="val 0" name="adj1"/>
              <a:gd fmla="val 540036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7" name="Google Shape;467;p32"/>
          <p:cNvSpPr txBox="1"/>
          <p:nvPr>
            <p:ph type="title"/>
          </p:nvPr>
        </p:nvSpPr>
        <p:spPr>
          <a:xfrm>
            <a:off x="284700" y="229302"/>
            <a:ext cx="4287300" cy="3069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468" name="Google Shape;468;p3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71" name="Google Shape;471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76" name="Google Shape;476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79" name="Google Shape;479;p3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0" name="Google Shape;480;p3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5" name="Google Shape;485;p3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0" name="Google Shape;490;p4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1" name="Google Shape;491;p4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6" name="Google Shape;496;p4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00" name="Google Shape;500;p4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1" name="Google Shape;501;p4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2" name="Google Shape;502;p4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3" name="Google Shape;503;p4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4" name="Google Shape;504;p4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5" name="Google Shape;505;p4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08" name="Google Shape;508;p4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09" name="Google Shape;509;p4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12" name="Google Shape;512;p4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3" name="Google Shape;513;p4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4" name="Google Shape;514;p4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5" name="Google Shape;515;p4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8" name="Google Shape;518;p4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9" name="Google Shape;519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20" name="Google Shape;520;p47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1" name="Google Shape;521;p47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2" name="Google Shape;522;p47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3" name="Google Shape;523;p47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6" name="Google Shape;526;p4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7" name="Google Shape;527;p4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8" name="Google Shape;528;p4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9" name="Google Shape;529;p4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30" name="Google Shape;530;p4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1" name="Google Shape;531;p4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2" name="Google Shape;532;p4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3" name="Google Shape;533;p4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36" name="Google Shape;536;p4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9" name="Google Shape;539;p5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40" name="Google Shape;540;p5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41" name="Google Shape;541;p5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2" name="Google Shape;54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43" name="Google Shape;543;p5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44" name="Google Shape;544;p5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7" name="Google Shape;547;p5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48" name="Google Shape;548;p5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49" name="Google Shape;549;p5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0" name="Google Shape;550;p5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51" name="Google Shape;551;p5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2" name="Google Shape;55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53" name="Google Shape;553;p5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4" name="Google Shape;554;p5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5" name="Google Shape;555;p5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0" name="Google Shape;560;p5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1" name="Google Shape;561;p5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2" name="Google Shape;562;p5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3" name="Google Shape;563;p5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4" name="Google Shape;564;p5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5" name="Google Shape;565;p5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66" name="Google Shape;566;p5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7" name="Google Shape;567;p5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5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theme" Target="../theme/theme2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700" y="17823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298450" lvl="1" marL="914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298450" lvl="2" marL="1371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298450" lvl="3" marL="18288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298450" lvl="4" marL="22860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298450" lvl="5" marL="27432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298450" lvl="6" marL="3200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298450" lvl="7" marL="3657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298450" lvl="8" marL="41148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3475" y="459250"/>
            <a:ext cx="85758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adaptive-soundscape.vercel.app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4"/>
          <p:cNvSpPr txBox="1"/>
          <p:nvPr>
            <p:ph type="title"/>
          </p:nvPr>
        </p:nvSpPr>
        <p:spPr>
          <a:xfrm>
            <a:off x="3236625" y="386248"/>
            <a:ext cx="5622600" cy="2275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Final Project:</a:t>
            </a:r>
            <a:endParaRPr sz="4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Adaptive Soundscape</a:t>
            </a:r>
            <a:endParaRPr sz="4400"/>
          </a:p>
        </p:txBody>
      </p:sp>
      <p:sp>
        <p:nvSpPr>
          <p:cNvPr id="574" name="Google Shape;574;p54"/>
          <p:cNvSpPr txBox="1"/>
          <p:nvPr/>
        </p:nvSpPr>
        <p:spPr>
          <a:xfrm>
            <a:off x="6914850" y="4117475"/>
            <a:ext cx="137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Jacob Jiang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55"/>
          <p:cNvSpPr txBox="1"/>
          <p:nvPr/>
        </p:nvSpPr>
        <p:spPr>
          <a:xfrm>
            <a:off x="251325" y="105300"/>
            <a:ext cx="597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Demo:</a:t>
            </a:r>
            <a:endParaRPr b="1" sz="3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80" name="Google Shape;580;p55"/>
          <p:cNvSpPr txBox="1"/>
          <p:nvPr/>
        </p:nvSpPr>
        <p:spPr>
          <a:xfrm>
            <a:off x="284700" y="847075"/>
            <a:ext cx="848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"/>
              <a:buChar char="-"/>
            </a:pPr>
            <a:r>
              <a:rPr lang="en" sz="2400" u="sng">
                <a:solidFill>
                  <a:schemeClr val="hlink"/>
                </a:solidFill>
                <a:latin typeface="Urbanist"/>
                <a:ea typeface="Urbanist"/>
                <a:cs typeface="Urbanist"/>
                <a:sym typeface="Urbanist"/>
                <a:hlinkClick r:id="rId3"/>
              </a:rPr>
              <a:t>https://adaptive-soundscape.vercel.app/</a:t>
            </a:r>
            <a:endParaRPr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56"/>
          <p:cNvSpPr txBox="1"/>
          <p:nvPr/>
        </p:nvSpPr>
        <p:spPr>
          <a:xfrm>
            <a:off x="251325" y="105300"/>
            <a:ext cx="597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Code Snippet:</a:t>
            </a:r>
            <a:endParaRPr b="1" sz="3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86" name="Google Shape;586;p56"/>
          <p:cNvSpPr txBox="1"/>
          <p:nvPr/>
        </p:nvSpPr>
        <p:spPr>
          <a:xfrm>
            <a:off x="462750" y="1713450"/>
            <a:ext cx="82185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 u="sng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Web Audio API Terminology</a:t>
            </a:r>
            <a:endParaRPr b="1" sz="2000" u="sng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 u="sng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Nodes: </a:t>
            </a: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Act as individual building blocks in the </a:t>
            </a: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sound studio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Source Nodes: </a:t>
            </a: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Create sound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Process Nodes: </a:t>
            </a: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Modify sound (filters, gains, oscillators)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b="1"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Destination: </a:t>
            </a: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Speakers/Headphones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87" name="Google Shape;587;p56"/>
          <p:cNvSpPr txBox="1"/>
          <p:nvPr/>
        </p:nvSpPr>
        <p:spPr>
          <a:xfrm>
            <a:off x="474750" y="935225"/>
            <a:ext cx="6453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"/>
              <a:buChar char="-"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Creating Realistic Wind Sound Using Web Audio API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57"/>
          <p:cNvSpPr txBox="1"/>
          <p:nvPr/>
        </p:nvSpPr>
        <p:spPr>
          <a:xfrm>
            <a:off x="251325" y="105300"/>
            <a:ext cx="597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Code Snippet:</a:t>
            </a:r>
            <a:endParaRPr b="1" sz="3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93" name="Google Shape;593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4034" y="375625"/>
            <a:ext cx="4597140" cy="2196125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57"/>
          <p:cNvSpPr/>
          <p:nvPr/>
        </p:nvSpPr>
        <p:spPr>
          <a:xfrm>
            <a:off x="4334026" y="616426"/>
            <a:ext cx="4229100" cy="1461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95" name="Google Shape;595;p57"/>
          <p:cNvSpPr txBox="1"/>
          <p:nvPr/>
        </p:nvSpPr>
        <p:spPr>
          <a:xfrm>
            <a:off x="111550" y="1675350"/>
            <a:ext cx="4082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"/>
              <a:buChar char="-"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createGain :  Volume Control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"/>
              <a:buChar char="-"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createBiquadFilter : Filter sound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"/>
              <a:buChar char="-"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Both create nodes 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96" name="Google Shape;596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2175" y="3428327"/>
            <a:ext cx="7047299" cy="1301203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57"/>
          <p:cNvSpPr txBox="1"/>
          <p:nvPr/>
        </p:nvSpPr>
        <p:spPr>
          <a:xfrm>
            <a:off x="1888500" y="2864950"/>
            <a:ext cx="5367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this.[connectFrom].connect(this.[connectTo])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98" name="Google Shape;598;p57"/>
          <p:cNvCxnSpPr/>
          <p:nvPr/>
        </p:nvCxnSpPr>
        <p:spPr>
          <a:xfrm flipH="1" rot="10800000">
            <a:off x="3522175" y="689675"/>
            <a:ext cx="969000" cy="39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9" name="Google Shape;599;p57"/>
          <p:cNvSpPr txBox="1"/>
          <p:nvPr/>
        </p:nvSpPr>
        <p:spPr>
          <a:xfrm>
            <a:off x="643075" y="935225"/>
            <a:ext cx="287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Set up the audio engine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58"/>
          <p:cNvSpPr txBox="1"/>
          <p:nvPr/>
        </p:nvSpPr>
        <p:spPr>
          <a:xfrm>
            <a:off x="251325" y="105300"/>
            <a:ext cx="597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Code Snippet:</a:t>
            </a:r>
            <a:endParaRPr b="1" sz="3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05" name="Google Shape;605;p58"/>
          <p:cNvSpPr/>
          <p:nvPr/>
        </p:nvSpPr>
        <p:spPr>
          <a:xfrm>
            <a:off x="2136025" y="871100"/>
            <a:ext cx="1009500" cy="10221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06" name="Google Shape;606;p58"/>
          <p:cNvSpPr txBox="1"/>
          <p:nvPr/>
        </p:nvSpPr>
        <p:spPr>
          <a:xfrm>
            <a:off x="2254075" y="1043600"/>
            <a:ext cx="773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Low Filter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07" name="Google Shape;607;p58"/>
          <p:cNvSpPr/>
          <p:nvPr/>
        </p:nvSpPr>
        <p:spPr>
          <a:xfrm>
            <a:off x="3145525" y="2399925"/>
            <a:ext cx="1009500" cy="10221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08" name="Google Shape;608;p58"/>
          <p:cNvSpPr txBox="1"/>
          <p:nvPr/>
        </p:nvSpPr>
        <p:spPr>
          <a:xfrm>
            <a:off x="3263575" y="2572425"/>
            <a:ext cx="773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High Filter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09" name="Google Shape;609;p58"/>
          <p:cNvSpPr/>
          <p:nvPr/>
        </p:nvSpPr>
        <p:spPr>
          <a:xfrm>
            <a:off x="3532125" y="844200"/>
            <a:ext cx="1009500" cy="10221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10" name="Google Shape;610;p58"/>
          <p:cNvSpPr txBox="1"/>
          <p:nvPr/>
        </p:nvSpPr>
        <p:spPr>
          <a:xfrm>
            <a:off x="3650175" y="893550"/>
            <a:ext cx="773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Low Filter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Gain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11" name="Google Shape;611;p58"/>
          <p:cNvSpPr/>
          <p:nvPr/>
        </p:nvSpPr>
        <p:spPr>
          <a:xfrm>
            <a:off x="4541625" y="2399925"/>
            <a:ext cx="1009500" cy="10221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12" name="Google Shape;612;p58"/>
          <p:cNvSpPr txBox="1"/>
          <p:nvPr/>
        </p:nvSpPr>
        <p:spPr>
          <a:xfrm>
            <a:off x="4659675" y="2449275"/>
            <a:ext cx="773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High Filter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Gain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13" name="Google Shape;613;p58"/>
          <p:cNvSpPr/>
          <p:nvPr/>
        </p:nvSpPr>
        <p:spPr>
          <a:xfrm>
            <a:off x="7424100" y="1427825"/>
            <a:ext cx="1435200" cy="7992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14" name="Google Shape;614;p58"/>
          <p:cNvSpPr txBox="1"/>
          <p:nvPr/>
        </p:nvSpPr>
        <p:spPr>
          <a:xfrm>
            <a:off x="7518900" y="1600325"/>
            <a:ext cx="126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Destination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615" name="Google Shape;615;p58"/>
          <p:cNvCxnSpPr>
            <a:stCxn id="606" idx="3"/>
            <a:endCxn id="609" idx="2"/>
          </p:cNvCxnSpPr>
          <p:nvPr/>
        </p:nvCxnSpPr>
        <p:spPr>
          <a:xfrm flipH="1" rot="10800000">
            <a:off x="3027475" y="1355150"/>
            <a:ext cx="504600" cy="2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6" name="Google Shape;616;p58"/>
          <p:cNvCxnSpPr>
            <a:stCxn id="608" idx="3"/>
            <a:endCxn id="611" idx="2"/>
          </p:cNvCxnSpPr>
          <p:nvPr/>
        </p:nvCxnSpPr>
        <p:spPr>
          <a:xfrm>
            <a:off x="4036975" y="2910975"/>
            <a:ext cx="50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7" name="Google Shape;617;p58"/>
          <p:cNvCxnSpPr>
            <a:stCxn id="611" idx="6"/>
            <a:endCxn id="618" idx="2"/>
          </p:cNvCxnSpPr>
          <p:nvPr/>
        </p:nvCxnSpPr>
        <p:spPr>
          <a:xfrm flipH="1" rot="10800000">
            <a:off x="5551125" y="1938975"/>
            <a:ext cx="496500" cy="97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9" name="Google Shape;619;p58"/>
          <p:cNvCxnSpPr>
            <a:stCxn id="609" idx="6"/>
            <a:endCxn id="618" idx="2"/>
          </p:cNvCxnSpPr>
          <p:nvPr/>
        </p:nvCxnSpPr>
        <p:spPr>
          <a:xfrm>
            <a:off x="4541625" y="1355250"/>
            <a:ext cx="1506000" cy="58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8" name="Google Shape;618;p58"/>
          <p:cNvSpPr/>
          <p:nvPr/>
        </p:nvSpPr>
        <p:spPr>
          <a:xfrm>
            <a:off x="6047675" y="1427825"/>
            <a:ext cx="1009500" cy="10221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0" name="Google Shape;620;p58"/>
          <p:cNvSpPr txBox="1"/>
          <p:nvPr/>
        </p:nvSpPr>
        <p:spPr>
          <a:xfrm>
            <a:off x="6142475" y="1600325"/>
            <a:ext cx="819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Master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Gain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621" name="Google Shape;621;p58"/>
          <p:cNvCxnSpPr>
            <a:stCxn id="618" idx="6"/>
            <a:endCxn id="613" idx="2"/>
          </p:cNvCxnSpPr>
          <p:nvPr/>
        </p:nvCxnSpPr>
        <p:spPr>
          <a:xfrm flipH="1" rot="10800000">
            <a:off x="7057175" y="1827575"/>
            <a:ext cx="366900" cy="11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2" name="Google Shape;622;p58"/>
          <p:cNvSpPr txBox="1"/>
          <p:nvPr/>
        </p:nvSpPr>
        <p:spPr>
          <a:xfrm>
            <a:off x="3454425" y="4118525"/>
            <a:ext cx="242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Problem: No source!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59"/>
          <p:cNvSpPr txBox="1"/>
          <p:nvPr/>
        </p:nvSpPr>
        <p:spPr>
          <a:xfrm>
            <a:off x="251325" y="105300"/>
            <a:ext cx="597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Code Snippet:</a:t>
            </a:r>
            <a:endParaRPr b="1" sz="3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628" name="Google Shape;628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3960" y="974125"/>
            <a:ext cx="6365564" cy="34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59"/>
          <p:cNvSpPr/>
          <p:nvPr/>
        </p:nvSpPr>
        <p:spPr>
          <a:xfrm>
            <a:off x="2029400" y="1362600"/>
            <a:ext cx="486600" cy="4473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0" name="Google Shape;630;p59"/>
          <p:cNvSpPr txBox="1"/>
          <p:nvPr/>
        </p:nvSpPr>
        <p:spPr>
          <a:xfrm>
            <a:off x="251325" y="1229950"/>
            <a:ext cx="1742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Create</a:t>
            </a: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white noise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1" name="Google Shape;631;p59"/>
          <p:cNvSpPr/>
          <p:nvPr/>
        </p:nvSpPr>
        <p:spPr>
          <a:xfrm>
            <a:off x="2029400" y="2372250"/>
            <a:ext cx="486600" cy="4473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2" name="Google Shape;632;p59"/>
          <p:cNvSpPr txBox="1"/>
          <p:nvPr/>
        </p:nvSpPr>
        <p:spPr>
          <a:xfrm>
            <a:off x="131025" y="2171550"/>
            <a:ext cx="1983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Create source as white noise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3" name="Google Shape;633;p59"/>
          <p:cNvSpPr/>
          <p:nvPr/>
        </p:nvSpPr>
        <p:spPr>
          <a:xfrm>
            <a:off x="2149700" y="3260750"/>
            <a:ext cx="486600" cy="4473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4" name="Google Shape;634;p59"/>
          <p:cNvSpPr txBox="1"/>
          <p:nvPr/>
        </p:nvSpPr>
        <p:spPr>
          <a:xfrm>
            <a:off x="46400" y="3113150"/>
            <a:ext cx="2067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Connect source to filters and play noise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5" name="Google Shape;635;p59"/>
          <p:cNvSpPr txBox="1"/>
          <p:nvPr/>
        </p:nvSpPr>
        <p:spPr>
          <a:xfrm>
            <a:off x="2831350" y="4453200"/>
            <a:ext cx="578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Code from startNoise function (called upon syncing weather)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60"/>
          <p:cNvSpPr txBox="1"/>
          <p:nvPr/>
        </p:nvSpPr>
        <p:spPr>
          <a:xfrm>
            <a:off x="251325" y="105300"/>
            <a:ext cx="597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Code Snippet:</a:t>
            </a:r>
            <a:endParaRPr b="1" sz="3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1" name="Google Shape;641;p60"/>
          <p:cNvSpPr/>
          <p:nvPr/>
        </p:nvSpPr>
        <p:spPr>
          <a:xfrm>
            <a:off x="2136025" y="871100"/>
            <a:ext cx="1009500" cy="10221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2" name="Google Shape;642;p60"/>
          <p:cNvSpPr txBox="1"/>
          <p:nvPr/>
        </p:nvSpPr>
        <p:spPr>
          <a:xfrm>
            <a:off x="2254075" y="1043600"/>
            <a:ext cx="773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Low Filter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3" name="Google Shape;643;p60"/>
          <p:cNvSpPr/>
          <p:nvPr/>
        </p:nvSpPr>
        <p:spPr>
          <a:xfrm>
            <a:off x="361425" y="1855138"/>
            <a:ext cx="1009500" cy="10221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4" name="Google Shape;644;p60"/>
          <p:cNvSpPr txBox="1"/>
          <p:nvPr/>
        </p:nvSpPr>
        <p:spPr>
          <a:xfrm>
            <a:off x="479475" y="2027638"/>
            <a:ext cx="773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White Noise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5" name="Google Shape;645;p60"/>
          <p:cNvSpPr/>
          <p:nvPr/>
        </p:nvSpPr>
        <p:spPr>
          <a:xfrm>
            <a:off x="3145525" y="2399925"/>
            <a:ext cx="1009500" cy="10221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6" name="Google Shape;646;p60"/>
          <p:cNvSpPr txBox="1"/>
          <p:nvPr/>
        </p:nvSpPr>
        <p:spPr>
          <a:xfrm>
            <a:off x="3263575" y="2572425"/>
            <a:ext cx="773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High Filter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7" name="Google Shape;647;p60"/>
          <p:cNvSpPr/>
          <p:nvPr/>
        </p:nvSpPr>
        <p:spPr>
          <a:xfrm>
            <a:off x="3532125" y="844200"/>
            <a:ext cx="1009500" cy="10221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8" name="Google Shape;648;p60"/>
          <p:cNvSpPr txBox="1"/>
          <p:nvPr/>
        </p:nvSpPr>
        <p:spPr>
          <a:xfrm>
            <a:off x="3650175" y="893550"/>
            <a:ext cx="773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Low Filter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Gain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9" name="Google Shape;649;p60"/>
          <p:cNvSpPr/>
          <p:nvPr/>
        </p:nvSpPr>
        <p:spPr>
          <a:xfrm>
            <a:off x="4541625" y="2399925"/>
            <a:ext cx="1009500" cy="10221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50" name="Google Shape;650;p60"/>
          <p:cNvSpPr txBox="1"/>
          <p:nvPr/>
        </p:nvSpPr>
        <p:spPr>
          <a:xfrm>
            <a:off x="4659675" y="2449275"/>
            <a:ext cx="773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High Filter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Gain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51" name="Google Shape;651;p60"/>
          <p:cNvSpPr/>
          <p:nvPr/>
        </p:nvSpPr>
        <p:spPr>
          <a:xfrm>
            <a:off x="7424100" y="1427825"/>
            <a:ext cx="1435200" cy="7992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52" name="Google Shape;652;p60"/>
          <p:cNvSpPr txBox="1"/>
          <p:nvPr/>
        </p:nvSpPr>
        <p:spPr>
          <a:xfrm>
            <a:off x="7518900" y="1600325"/>
            <a:ext cx="126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Destination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653" name="Google Shape;653;p60"/>
          <p:cNvCxnSpPr>
            <a:stCxn id="643" idx="6"/>
            <a:endCxn id="645" idx="2"/>
          </p:cNvCxnSpPr>
          <p:nvPr/>
        </p:nvCxnSpPr>
        <p:spPr>
          <a:xfrm>
            <a:off x="1370925" y="2366188"/>
            <a:ext cx="1774500" cy="5448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4" name="Google Shape;654;p60"/>
          <p:cNvCxnSpPr>
            <a:endCxn id="641" idx="2"/>
          </p:cNvCxnSpPr>
          <p:nvPr/>
        </p:nvCxnSpPr>
        <p:spPr>
          <a:xfrm flipH="1" rot="10800000">
            <a:off x="1379125" y="1382150"/>
            <a:ext cx="756900" cy="835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5" name="Google Shape;655;p60"/>
          <p:cNvCxnSpPr>
            <a:stCxn id="642" idx="3"/>
            <a:endCxn id="647" idx="2"/>
          </p:cNvCxnSpPr>
          <p:nvPr/>
        </p:nvCxnSpPr>
        <p:spPr>
          <a:xfrm flipH="1" rot="10800000">
            <a:off x="3027475" y="1355150"/>
            <a:ext cx="504600" cy="2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6" name="Google Shape;656;p60"/>
          <p:cNvCxnSpPr>
            <a:stCxn id="646" idx="3"/>
            <a:endCxn id="649" idx="2"/>
          </p:cNvCxnSpPr>
          <p:nvPr/>
        </p:nvCxnSpPr>
        <p:spPr>
          <a:xfrm>
            <a:off x="4036975" y="2910975"/>
            <a:ext cx="50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7" name="Google Shape;657;p60"/>
          <p:cNvCxnSpPr>
            <a:stCxn id="649" idx="6"/>
            <a:endCxn id="658" idx="2"/>
          </p:cNvCxnSpPr>
          <p:nvPr/>
        </p:nvCxnSpPr>
        <p:spPr>
          <a:xfrm flipH="1" rot="10800000">
            <a:off x="5551125" y="1938975"/>
            <a:ext cx="496500" cy="97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9" name="Google Shape;659;p60"/>
          <p:cNvCxnSpPr>
            <a:stCxn id="647" idx="6"/>
            <a:endCxn id="658" idx="2"/>
          </p:cNvCxnSpPr>
          <p:nvPr/>
        </p:nvCxnSpPr>
        <p:spPr>
          <a:xfrm>
            <a:off x="4541625" y="1355250"/>
            <a:ext cx="1506000" cy="58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8" name="Google Shape;658;p60"/>
          <p:cNvSpPr/>
          <p:nvPr/>
        </p:nvSpPr>
        <p:spPr>
          <a:xfrm>
            <a:off x="6047675" y="1427825"/>
            <a:ext cx="1009500" cy="10221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60" name="Google Shape;660;p60"/>
          <p:cNvSpPr txBox="1"/>
          <p:nvPr/>
        </p:nvSpPr>
        <p:spPr>
          <a:xfrm>
            <a:off x="6142475" y="1600325"/>
            <a:ext cx="819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Master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Gain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661" name="Google Shape;661;p60"/>
          <p:cNvCxnSpPr>
            <a:stCxn id="658" idx="6"/>
            <a:endCxn id="651" idx="2"/>
          </p:cNvCxnSpPr>
          <p:nvPr/>
        </p:nvCxnSpPr>
        <p:spPr>
          <a:xfrm flipH="1" rot="10800000">
            <a:off x="7057175" y="1827575"/>
            <a:ext cx="366900" cy="11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2" name="Google Shape;662;p60"/>
          <p:cNvSpPr txBox="1"/>
          <p:nvPr/>
        </p:nvSpPr>
        <p:spPr>
          <a:xfrm>
            <a:off x="2587200" y="4137175"/>
            <a:ext cx="3969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Problem: Flat Sound → unrealistic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61"/>
          <p:cNvSpPr txBox="1"/>
          <p:nvPr/>
        </p:nvSpPr>
        <p:spPr>
          <a:xfrm>
            <a:off x="251325" y="105300"/>
            <a:ext cx="597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Code Snippet:</a:t>
            </a:r>
            <a:endParaRPr b="1" sz="3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668" name="Google Shape;66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4034" y="375625"/>
            <a:ext cx="4597140" cy="2196125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61"/>
          <p:cNvSpPr/>
          <p:nvPr/>
        </p:nvSpPr>
        <p:spPr>
          <a:xfrm>
            <a:off x="4334025" y="2049950"/>
            <a:ext cx="4229100" cy="426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70" name="Google Shape;670;p61"/>
          <p:cNvSpPr txBox="1"/>
          <p:nvPr/>
        </p:nvSpPr>
        <p:spPr>
          <a:xfrm>
            <a:off x="92925" y="919588"/>
            <a:ext cx="4082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"/>
              <a:buChar char="-"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How to vary wind pitch?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"/>
              <a:buChar char="-"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Oscillators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"/>
              <a:buChar char="-"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createGain - strength control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671" name="Google Shape;671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4450" y="2682172"/>
            <a:ext cx="4854425" cy="86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01553" y="3619650"/>
            <a:ext cx="5429633" cy="997275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61"/>
          <p:cNvSpPr/>
          <p:nvPr/>
        </p:nvSpPr>
        <p:spPr>
          <a:xfrm>
            <a:off x="7808425" y="4267626"/>
            <a:ext cx="1050900" cy="288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74" name="Google Shape;674;p61"/>
          <p:cNvSpPr txBox="1"/>
          <p:nvPr/>
        </p:nvSpPr>
        <p:spPr>
          <a:xfrm>
            <a:off x="433775" y="3718075"/>
            <a:ext cx="2928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Important: Connect to filter </a:t>
            </a:r>
            <a:r>
              <a:rPr b="1"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frequency</a:t>
            </a:r>
            <a:endParaRPr b="1"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675" name="Google Shape;675;p6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61353" y="2287031"/>
            <a:ext cx="1540200" cy="12609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6" name="Google Shape;676;p61"/>
          <p:cNvCxnSpPr/>
          <p:nvPr/>
        </p:nvCxnSpPr>
        <p:spPr>
          <a:xfrm>
            <a:off x="3501553" y="2973399"/>
            <a:ext cx="719400" cy="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62"/>
          <p:cNvSpPr txBox="1"/>
          <p:nvPr/>
        </p:nvSpPr>
        <p:spPr>
          <a:xfrm>
            <a:off x="251325" y="105300"/>
            <a:ext cx="597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Code Snippet:</a:t>
            </a:r>
            <a:endParaRPr b="1" sz="3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2" name="Google Shape;682;p62"/>
          <p:cNvSpPr/>
          <p:nvPr/>
        </p:nvSpPr>
        <p:spPr>
          <a:xfrm>
            <a:off x="2136025" y="871100"/>
            <a:ext cx="1009500" cy="10221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3" name="Google Shape;683;p62"/>
          <p:cNvSpPr txBox="1"/>
          <p:nvPr/>
        </p:nvSpPr>
        <p:spPr>
          <a:xfrm>
            <a:off x="2254075" y="1043600"/>
            <a:ext cx="773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Low Filter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4" name="Google Shape;684;p62"/>
          <p:cNvSpPr/>
          <p:nvPr/>
        </p:nvSpPr>
        <p:spPr>
          <a:xfrm>
            <a:off x="361425" y="1855138"/>
            <a:ext cx="1009500" cy="10221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5" name="Google Shape;685;p62"/>
          <p:cNvSpPr txBox="1"/>
          <p:nvPr/>
        </p:nvSpPr>
        <p:spPr>
          <a:xfrm>
            <a:off x="479475" y="2027638"/>
            <a:ext cx="773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White Noise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6" name="Google Shape;686;p62"/>
          <p:cNvSpPr/>
          <p:nvPr/>
        </p:nvSpPr>
        <p:spPr>
          <a:xfrm>
            <a:off x="3145525" y="2399925"/>
            <a:ext cx="1009500" cy="10221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7" name="Google Shape;687;p62"/>
          <p:cNvSpPr txBox="1"/>
          <p:nvPr/>
        </p:nvSpPr>
        <p:spPr>
          <a:xfrm>
            <a:off x="3263575" y="2572425"/>
            <a:ext cx="773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High Filter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8" name="Google Shape;688;p62"/>
          <p:cNvSpPr/>
          <p:nvPr/>
        </p:nvSpPr>
        <p:spPr>
          <a:xfrm>
            <a:off x="2712225" y="3715675"/>
            <a:ext cx="819900" cy="3636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Frequency</a:t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89" name="Google Shape;689;p62"/>
          <p:cNvSpPr/>
          <p:nvPr/>
        </p:nvSpPr>
        <p:spPr>
          <a:xfrm>
            <a:off x="361425" y="3888175"/>
            <a:ext cx="1009500" cy="10221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90" name="Google Shape;690;p62"/>
          <p:cNvSpPr txBox="1"/>
          <p:nvPr/>
        </p:nvSpPr>
        <p:spPr>
          <a:xfrm>
            <a:off x="479475" y="3937525"/>
            <a:ext cx="773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High Filter LFO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91" name="Google Shape;691;p62"/>
          <p:cNvSpPr/>
          <p:nvPr/>
        </p:nvSpPr>
        <p:spPr>
          <a:xfrm>
            <a:off x="1536825" y="3888175"/>
            <a:ext cx="1009500" cy="10221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92" name="Google Shape;692;p62"/>
          <p:cNvSpPr txBox="1"/>
          <p:nvPr/>
        </p:nvSpPr>
        <p:spPr>
          <a:xfrm>
            <a:off x="1654875" y="3937525"/>
            <a:ext cx="773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High Filter MOD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93" name="Google Shape;693;p62"/>
          <p:cNvSpPr/>
          <p:nvPr/>
        </p:nvSpPr>
        <p:spPr>
          <a:xfrm>
            <a:off x="3532125" y="844200"/>
            <a:ext cx="1009500" cy="10221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94" name="Google Shape;694;p62"/>
          <p:cNvSpPr txBox="1"/>
          <p:nvPr/>
        </p:nvSpPr>
        <p:spPr>
          <a:xfrm>
            <a:off x="3650175" y="893550"/>
            <a:ext cx="773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Low Filter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Gain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95" name="Google Shape;695;p62"/>
          <p:cNvSpPr/>
          <p:nvPr/>
        </p:nvSpPr>
        <p:spPr>
          <a:xfrm>
            <a:off x="4541625" y="2399925"/>
            <a:ext cx="1009500" cy="10221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96" name="Google Shape;696;p62"/>
          <p:cNvSpPr txBox="1"/>
          <p:nvPr/>
        </p:nvSpPr>
        <p:spPr>
          <a:xfrm>
            <a:off x="4659675" y="2449275"/>
            <a:ext cx="773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High Filter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Gain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97" name="Google Shape;697;p62"/>
          <p:cNvSpPr/>
          <p:nvPr/>
        </p:nvSpPr>
        <p:spPr>
          <a:xfrm>
            <a:off x="7424100" y="1427825"/>
            <a:ext cx="1435200" cy="7992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98" name="Google Shape;698;p62"/>
          <p:cNvSpPr txBox="1"/>
          <p:nvPr/>
        </p:nvSpPr>
        <p:spPr>
          <a:xfrm>
            <a:off x="7518900" y="1600325"/>
            <a:ext cx="1262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Destination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699" name="Google Shape;699;p62"/>
          <p:cNvCxnSpPr>
            <a:stCxn id="690" idx="3"/>
            <a:endCxn id="691" idx="2"/>
          </p:cNvCxnSpPr>
          <p:nvPr/>
        </p:nvCxnSpPr>
        <p:spPr>
          <a:xfrm>
            <a:off x="1252875" y="4399225"/>
            <a:ext cx="2841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0" name="Google Shape;700;p62"/>
          <p:cNvCxnSpPr>
            <a:endCxn id="688" idx="2"/>
          </p:cNvCxnSpPr>
          <p:nvPr/>
        </p:nvCxnSpPr>
        <p:spPr>
          <a:xfrm flipH="1" rot="10800000">
            <a:off x="2562375" y="4079275"/>
            <a:ext cx="559800" cy="3375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1" name="Google Shape;701;p62"/>
          <p:cNvCxnSpPr>
            <a:stCxn id="688" idx="0"/>
            <a:endCxn id="686" idx="4"/>
          </p:cNvCxnSpPr>
          <p:nvPr/>
        </p:nvCxnSpPr>
        <p:spPr>
          <a:xfrm flipH="1" rot="10800000">
            <a:off x="3122175" y="3421975"/>
            <a:ext cx="528000" cy="29370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2" name="Google Shape;702;p62"/>
          <p:cNvCxnSpPr>
            <a:stCxn id="684" idx="6"/>
            <a:endCxn id="686" idx="2"/>
          </p:cNvCxnSpPr>
          <p:nvPr/>
        </p:nvCxnSpPr>
        <p:spPr>
          <a:xfrm>
            <a:off x="1370925" y="2366188"/>
            <a:ext cx="1774500" cy="54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3" name="Google Shape;703;p62"/>
          <p:cNvCxnSpPr>
            <a:stCxn id="685" idx="3"/>
            <a:endCxn id="682" idx="2"/>
          </p:cNvCxnSpPr>
          <p:nvPr/>
        </p:nvCxnSpPr>
        <p:spPr>
          <a:xfrm flipH="1" rot="10800000">
            <a:off x="1252875" y="1382188"/>
            <a:ext cx="883200" cy="98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4" name="Google Shape;704;p62"/>
          <p:cNvCxnSpPr>
            <a:stCxn id="683" idx="3"/>
            <a:endCxn id="693" idx="2"/>
          </p:cNvCxnSpPr>
          <p:nvPr/>
        </p:nvCxnSpPr>
        <p:spPr>
          <a:xfrm flipH="1" rot="10800000">
            <a:off x="3027475" y="1355150"/>
            <a:ext cx="504600" cy="2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5" name="Google Shape;705;p62"/>
          <p:cNvCxnSpPr>
            <a:stCxn id="687" idx="3"/>
            <a:endCxn id="695" idx="2"/>
          </p:cNvCxnSpPr>
          <p:nvPr/>
        </p:nvCxnSpPr>
        <p:spPr>
          <a:xfrm>
            <a:off x="4036975" y="2910975"/>
            <a:ext cx="504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6" name="Google Shape;706;p62"/>
          <p:cNvCxnSpPr>
            <a:stCxn id="695" idx="6"/>
            <a:endCxn id="707" idx="2"/>
          </p:cNvCxnSpPr>
          <p:nvPr/>
        </p:nvCxnSpPr>
        <p:spPr>
          <a:xfrm flipH="1" rot="10800000">
            <a:off x="5551125" y="1938975"/>
            <a:ext cx="496500" cy="97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8" name="Google Shape;708;p62"/>
          <p:cNvCxnSpPr>
            <a:stCxn id="693" idx="6"/>
            <a:endCxn id="707" idx="2"/>
          </p:cNvCxnSpPr>
          <p:nvPr/>
        </p:nvCxnSpPr>
        <p:spPr>
          <a:xfrm>
            <a:off x="4541625" y="1355250"/>
            <a:ext cx="1506000" cy="58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7" name="Google Shape;707;p62"/>
          <p:cNvSpPr/>
          <p:nvPr/>
        </p:nvSpPr>
        <p:spPr>
          <a:xfrm>
            <a:off x="6047675" y="1427825"/>
            <a:ext cx="1009500" cy="10221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09" name="Google Shape;709;p62"/>
          <p:cNvSpPr txBox="1"/>
          <p:nvPr/>
        </p:nvSpPr>
        <p:spPr>
          <a:xfrm>
            <a:off x="6142475" y="1600325"/>
            <a:ext cx="819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Master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Gain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710" name="Google Shape;710;p62"/>
          <p:cNvCxnSpPr>
            <a:stCxn id="707" idx="6"/>
            <a:endCxn id="697" idx="2"/>
          </p:cNvCxnSpPr>
          <p:nvPr/>
        </p:nvCxnSpPr>
        <p:spPr>
          <a:xfrm flipH="1" rot="10800000">
            <a:off x="7057175" y="1827575"/>
            <a:ext cx="366900" cy="111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1" name="Google Shape;711;p62"/>
          <p:cNvSpPr txBox="1"/>
          <p:nvPr/>
        </p:nvSpPr>
        <p:spPr>
          <a:xfrm>
            <a:off x="5124025" y="3937525"/>
            <a:ext cx="2895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Now have realistic wind sound!</a:t>
            </a:r>
            <a:endParaRPr sz="1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63"/>
          <p:cNvSpPr txBox="1"/>
          <p:nvPr/>
        </p:nvSpPr>
        <p:spPr>
          <a:xfrm>
            <a:off x="251325" y="105300"/>
            <a:ext cx="597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Process</a:t>
            </a:r>
            <a:r>
              <a:rPr b="1" lang="en" sz="3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 b="1" sz="3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aphicFrame>
        <p:nvGraphicFramePr>
          <p:cNvPr id="717" name="Google Shape;717;p63"/>
          <p:cNvGraphicFramePr/>
          <p:nvPr/>
        </p:nvGraphicFramePr>
        <p:xfrm>
          <a:off x="952500" y="1276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{80249FE4-33AD-461F-BCBA-FCAE60FFAF41}</a:tableStyleId>
              </a:tblPr>
              <a:tblGrid>
                <a:gridCol w="3582225"/>
                <a:gridCol w="36567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Task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9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Tools Needed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Create Environmental Sounds 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JavaScript (JS), Web Audio API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Fetch Weather At Current Location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JS, Open-Meteo API, Geolocation API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Play Sounds Based On Weather 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HTML, Bootstrap CSS, JS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Update Visuals Based On Weather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HTML, Bootstrap CSS, JS</a:t>
                      </a:r>
                      <a:endParaRPr sz="16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Add Manual Control for Sounds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HTML, Bootstrap CSS, JS</a:t>
                      </a:r>
                      <a:endParaRPr sz="16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64"/>
          <p:cNvSpPr txBox="1"/>
          <p:nvPr/>
        </p:nvSpPr>
        <p:spPr>
          <a:xfrm>
            <a:off x="251325" y="105300"/>
            <a:ext cx="597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Issues Encountered</a:t>
            </a:r>
            <a:r>
              <a:rPr b="1" lang="en" sz="3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 b="1" sz="3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3" name="Google Shape;723;p64"/>
          <p:cNvSpPr txBox="1"/>
          <p:nvPr/>
        </p:nvSpPr>
        <p:spPr>
          <a:xfrm>
            <a:off x="284700" y="847075"/>
            <a:ext cx="84834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"/>
              <a:buChar char="-"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Creating realistic wind sounds by hand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"/>
              <a:buChar char="-"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Dealing with delay from API calls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"/>
              <a:buChar char="-"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Debugging when API calls weren’t </a:t>
            </a: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working</a:t>
            </a: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as expected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"/>
              <a:buChar char="-"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Trying to get familiar with utility-first CSS styling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65"/>
          <p:cNvSpPr txBox="1"/>
          <p:nvPr/>
        </p:nvSpPr>
        <p:spPr>
          <a:xfrm>
            <a:off x="251325" y="105300"/>
            <a:ext cx="597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Skills Learned</a:t>
            </a:r>
            <a:r>
              <a:rPr b="1" lang="en" sz="3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 b="1" sz="3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9" name="Google Shape;729;p65"/>
          <p:cNvSpPr txBox="1"/>
          <p:nvPr/>
        </p:nvSpPr>
        <p:spPr>
          <a:xfrm>
            <a:off x="284700" y="847075"/>
            <a:ext cx="84834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"/>
              <a:buChar char="-"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Familiarity</a:t>
            </a: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with Web Audio API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"/>
              <a:buChar char="-"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Connecting HTML to JS using IDs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"/>
              <a:buChar char="-"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Manipulating HTML classes using JS for visual effect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"/>
              <a:buChar char="-"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Handling API calls (fetch, await, parsing .json)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"/>
              <a:buChar char="-"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Using B</a:t>
            </a: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ootstrap</a:t>
            </a: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CSS Grid (while aware of mobile-first)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66"/>
          <p:cNvSpPr txBox="1"/>
          <p:nvPr/>
        </p:nvSpPr>
        <p:spPr>
          <a:xfrm>
            <a:off x="251325" y="105300"/>
            <a:ext cx="597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Next Steps</a:t>
            </a:r>
            <a:r>
              <a:rPr b="1" lang="en" sz="36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endParaRPr b="1" sz="36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5" name="Google Shape;735;p66"/>
          <p:cNvSpPr txBox="1"/>
          <p:nvPr/>
        </p:nvSpPr>
        <p:spPr>
          <a:xfrm>
            <a:off x="284700" y="847075"/>
            <a:ext cx="84834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"/>
              <a:buChar char="-"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Add more sound options (crickets, waterfall, etc.)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"/>
              <a:buChar char="-"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Add volume dial for wind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"/>
              <a:buChar char="-"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Add nighttime environment (sound and visual theme)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"/>
              <a:buChar char="-"/>
            </a:pPr>
            <a:r>
              <a:rPr lang="en" sz="2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Add more set weather conditions (thunderstorm, snow)</a:t>
            </a:r>
            <a:endParaRPr sz="2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67"/>
          <p:cNvSpPr txBox="1"/>
          <p:nvPr>
            <p:ph type="title"/>
          </p:nvPr>
        </p:nvSpPr>
        <p:spPr>
          <a:xfrm>
            <a:off x="3236625" y="386248"/>
            <a:ext cx="5622600" cy="2275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Final Project:</a:t>
            </a:r>
            <a:endParaRPr sz="4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Adaptive Soundscape</a:t>
            </a:r>
            <a:endParaRPr sz="4400"/>
          </a:p>
        </p:txBody>
      </p:sp>
      <p:sp>
        <p:nvSpPr>
          <p:cNvPr id="741" name="Google Shape;741;p67"/>
          <p:cNvSpPr txBox="1"/>
          <p:nvPr/>
        </p:nvSpPr>
        <p:spPr>
          <a:xfrm>
            <a:off x="6914850" y="4117475"/>
            <a:ext cx="137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Jacob Jiang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[INT] Project timeline/workflow presentation [Style 1] ">
  <a:themeElements>
    <a:clrScheme name="Google Colours">
      <a:dk1>
        <a:srgbClr val="292D3E"/>
      </a:dk1>
      <a:lt1>
        <a:srgbClr val="FFFFFF"/>
      </a:lt1>
      <a:dk2>
        <a:srgbClr val="F1F2DF"/>
      </a:dk2>
      <a:lt2>
        <a:srgbClr val="666666"/>
      </a:lt2>
      <a:accent1>
        <a:srgbClr val="6D31FD"/>
      </a:accent1>
      <a:accent2>
        <a:srgbClr val="066B6B"/>
      </a:accent2>
      <a:accent3>
        <a:srgbClr val="FFDF5F"/>
      </a:accent3>
      <a:accent4>
        <a:srgbClr val="8289FF"/>
      </a:accent4>
      <a:accent5>
        <a:srgbClr val="FF8127"/>
      </a:accent5>
      <a:accent6>
        <a:srgbClr val="CAF38D"/>
      </a:accent6>
      <a:hlink>
        <a:srgbClr val="8289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