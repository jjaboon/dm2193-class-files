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Urbanist Medium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5" Type="http://schemas.openxmlformats.org/officeDocument/2006/relationships/font" Target="fonts/UrbanistMedium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7342c7a2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97342c7a2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c957bf383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c957bf383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97342c7a2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97342c7a2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97342c7a2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97342c7a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97342c7a2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97342c7a2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mynoise.net/NoiseMachines/japaneseGardenSoundscapeGenerator.ph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38624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Intro to Web Dev:</a:t>
            </a:r>
            <a:br>
              <a:rPr lang="en" sz="4400"/>
            </a:br>
            <a:r>
              <a:rPr lang="en" sz="4400"/>
              <a:t>Final Project Proposal</a:t>
            </a:r>
            <a:endParaRPr sz="4400"/>
          </a:p>
        </p:txBody>
      </p:sp>
      <p:sp>
        <p:nvSpPr>
          <p:cNvPr id="574" name="Google Shape;574;p54"/>
          <p:cNvSpPr txBox="1"/>
          <p:nvPr/>
        </p:nvSpPr>
        <p:spPr>
          <a:xfrm>
            <a:off x="6914850" y="4117475"/>
            <a:ext cx="137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Jacob Jiang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Overview: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0" name="Google Shape;580;p55"/>
          <p:cNvSpPr txBox="1"/>
          <p:nvPr/>
        </p:nvSpPr>
        <p:spPr>
          <a:xfrm>
            <a:off x="284700" y="847075"/>
            <a:ext cx="8483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Adaptive Soundscape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Synthesize and play audio to mimic natural environments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Based on live weather and time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6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To-Do: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6" name="Google Shape;586;p56"/>
          <p:cNvSpPr txBox="1"/>
          <p:nvPr/>
        </p:nvSpPr>
        <p:spPr>
          <a:xfrm>
            <a:off x="284700" y="847075"/>
            <a:ext cx="8044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 Web Audio API to create sounds for wind, rain, etc.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Make API calls to fetch weather and location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Link HTML elements to JS logic (audio playback)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Dynamic theme and colors based on time of day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Inspiration</a:t>
            </a: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2" name="Google Shape;592;p57"/>
          <p:cNvSpPr txBox="1"/>
          <p:nvPr/>
        </p:nvSpPr>
        <p:spPr>
          <a:xfrm>
            <a:off x="264475" y="1427825"/>
            <a:ext cx="4420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Volume Dials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Set Default State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Customizable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93" name="Google Shape;5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650" y="993613"/>
            <a:ext cx="4133699" cy="3156273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7"/>
          <p:cNvSpPr txBox="1"/>
          <p:nvPr/>
        </p:nvSpPr>
        <p:spPr>
          <a:xfrm>
            <a:off x="3820350" y="4299300"/>
            <a:ext cx="536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https://mynoise.net/NoiseMachines/japaneseGardenSoundscapeGenerator.php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8"/>
          <p:cNvSpPr txBox="1"/>
          <p:nvPr>
            <p:ph type="title"/>
          </p:nvPr>
        </p:nvSpPr>
        <p:spPr>
          <a:xfrm>
            <a:off x="3236625" y="38624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Intro to Web Dev:</a:t>
            </a:r>
            <a:br>
              <a:rPr lang="en" sz="4400"/>
            </a:br>
            <a:r>
              <a:rPr lang="en" sz="4400"/>
              <a:t>Final Project Proposal</a:t>
            </a:r>
            <a:endParaRPr sz="4400"/>
          </a:p>
        </p:txBody>
      </p:sp>
      <p:sp>
        <p:nvSpPr>
          <p:cNvPr id="600" name="Google Shape;600;p58"/>
          <p:cNvSpPr txBox="1"/>
          <p:nvPr/>
        </p:nvSpPr>
        <p:spPr>
          <a:xfrm>
            <a:off x="6914850" y="4117475"/>
            <a:ext cx="137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Jacob Jiang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